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7.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8.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9.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0.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1.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2" r:id="rId2"/>
    <p:sldMasterId id="2147483785" r:id="rId3"/>
    <p:sldMasterId id="2147483847" r:id="rId4"/>
    <p:sldMasterId id="2147483884" r:id="rId5"/>
    <p:sldMasterId id="2147483896" r:id="rId6"/>
    <p:sldMasterId id="2147483908" r:id="rId7"/>
    <p:sldMasterId id="2147483920" r:id="rId8"/>
    <p:sldMasterId id="2147483933" r:id="rId9"/>
    <p:sldMasterId id="2147483947" r:id="rId10"/>
    <p:sldMasterId id="2147483959" r:id="rId11"/>
    <p:sldMasterId id="2147483971" r:id="rId12"/>
  </p:sldMasterIdLst>
  <p:notesMasterIdLst>
    <p:notesMasterId r:id="rId70"/>
  </p:notesMasterIdLst>
  <p:sldIdLst>
    <p:sldId id="256" r:id="rId13"/>
    <p:sldId id="2142533497" r:id="rId14"/>
    <p:sldId id="299" r:id="rId15"/>
    <p:sldId id="2142533448" r:id="rId16"/>
    <p:sldId id="2456" r:id="rId17"/>
    <p:sldId id="458" r:id="rId18"/>
    <p:sldId id="2142533489" r:id="rId19"/>
    <p:sldId id="2142533486" r:id="rId20"/>
    <p:sldId id="1077" r:id="rId21"/>
    <p:sldId id="2142533493" r:id="rId22"/>
    <p:sldId id="2142533492" r:id="rId23"/>
    <p:sldId id="2142533494" r:id="rId24"/>
    <p:sldId id="2142533490" r:id="rId25"/>
    <p:sldId id="2142533491" r:id="rId26"/>
    <p:sldId id="2142533495" r:id="rId27"/>
    <p:sldId id="2142533431" r:id="rId28"/>
    <p:sldId id="2142533432" r:id="rId29"/>
    <p:sldId id="2142533428" r:id="rId30"/>
    <p:sldId id="2142533416" r:id="rId31"/>
    <p:sldId id="2134804575" r:id="rId32"/>
    <p:sldId id="869" r:id="rId33"/>
    <p:sldId id="1082" r:id="rId34"/>
    <p:sldId id="2142533439" r:id="rId35"/>
    <p:sldId id="2142533443" r:id="rId36"/>
    <p:sldId id="2142533444" r:id="rId37"/>
    <p:sldId id="2134804585" r:id="rId38"/>
    <p:sldId id="2142533442" r:id="rId39"/>
    <p:sldId id="2142533434" r:id="rId40"/>
    <p:sldId id="2134804579" r:id="rId41"/>
    <p:sldId id="2134804547" r:id="rId42"/>
    <p:sldId id="2134804584" r:id="rId43"/>
    <p:sldId id="2142533446" r:id="rId44"/>
    <p:sldId id="2142533447" r:id="rId45"/>
    <p:sldId id="2134804580" r:id="rId46"/>
    <p:sldId id="857" r:id="rId47"/>
    <p:sldId id="2142533440" r:id="rId48"/>
    <p:sldId id="2134804576" r:id="rId49"/>
    <p:sldId id="858" r:id="rId50"/>
    <p:sldId id="2134804577" r:id="rId51"/>
    <p:sldId id="2134804578" r:id="rId52"/>
    <p:sldId id="956" r:id="rId53"/>
    <p:sldId id="2134804582" r:id="rId54"/>
    <p:sldId id="2134804581" r:id="rId55"/>
    <p:sldId id="2134804560" r:id="rId56"/>
    <p:sldId id="2134804567" r:id="rId57"/>
    <p:sldId id="2134804568" r:id="rId58"/>
    <p:sldId id="2134804569" r:id="rId59"/>
    <p:sldId id="2134804570" r:id="rId60"/>
    <p:sldId id="2134804562" r:id="rId61"/>
    <p:sldId id="2134804561" r:id="rId62"/>
    <p:sldId id="2134804565" r:id="rId63"/>
    <p:sldId id="2134804563" r:id="rId64"/>
    <p:sldId id="786" r:id="rId65"/>
    <p:sldId id="2142533496" r:id="rId66"/>
    <p:sldId id="2142533435" r:id="rId67"/>
    <p:sldId id="262" r:id="rId68"/>
    <p:sldId id="2142533438" r:id="rId6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EC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6283" autoAdjust="0"/>
  </p:normalViewPr>
  <p:slideViewPr>
    <p:cSldViewPr snapToGrid="0">
      <p:cViewPr varScale="1">
        <p:scale>
          <a:sx n="112" d="100"/>
          <a:sy n="112" d="100"/>
        </p:scale>
        <p:origin x="552" y="9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4.xml"/><Relationship Id="rId21" Type="http://schemas.openxmlformats.org/officeDocument/2006/relationships/slide" Target="slides/slide9.xml"/><Relationship Id="rId42" Type="http://schemas.openxmlformats.org/officeDocument/2006/relationships/slide" Target="slides/slide30.xml"/><Relationship Id="rId47" Type="http://schemas.openxmlformats.org/officeDocument/2006/relationships/slide" Target="slides/slide35.xml"/><Relationship Id="rId63" Type="http://schemas.openxmlformats.org/officeDocument/2006/relationships/slide" Target="slides/slide51.xml"/><Relationship Id="rId68" Type="http://schemas.openxmlformats.org/officeDocument/2006/relationships/slide" Target="slides/slide56.xml"/><Relationship Id="rId2" Type="http://schemas.openxmlformats.org/officeDocument/2006/relationships/slideMaster" Target="slideMasters/slideMaster2.xml"/><Relationship Id="rId16" Type="http://schemas.openxmlformats.org/officeDocument/2006/relationships/slide" Target="slides/slide4.xml"/><Relationship Id="rId29" Type="http://schemas.openxmlformats.org/officeDocument/2006/relationships/slide" Target="slides/slide17.xml"/><Relationship Id="rId11" Type="http://schemas.openxmlformats.org/officeDocument/2006/relationships/slideMaster" Target="slideMasters/slideMaster11.xml"/><Relationship Id="rId24" Type="http://schemas.openxmlformats.org/officeDocument/2006/relationships/slide" Target="slides/slide12.xml"/><Relationship Id="rId32" Type="http://schemas.openxmlformats.org/officeDocument/2006/relationships/slide" Target="slides/slide20.xml"/><Relationship Id="rId37" Type="http://schemas.openxmlformats.org/officeDocument/2006/relationships/slide" Target="slides/slide25.xml"/><Relationship Id="rId40" Type="http://schemas.openxmlformats.org/officeDocument/2006/relationships/slide" Target="slides/slide28.xml"/><Relationship Id="rId45" Type="http://schemas.openxmlformats.org/officeDocument/2006/relationships/slide" Target="slides/slide33.xml"/><Relationship Id="rId53" Type="http://schemas.openxmlformats.org/officeDocument/2006/relationships/slide" Target="slides/slide41.xml"/><Relationship Id="rId58" Type="http://schemas.openxmlformats.org/officeDocument/2006/relationships/slide" Target="slides/slide46.xml"/><Relationship Id="rId66" Type="http://schemas.openxmlformats.org/officeDocument/2006/relationships/slide" Target="slides/slide54.xml"/><Relationship Id="rId74" Type="http://schemas.openxmlformats.org/officeDocument/2006/relationships/tableStyles" Target="tableStyles.xml"/><Relationship Id="rId5" Type="http://schemas.openxmlformats.org/officeDocument/2006/relationships/slideMaster" Target="slideMasters/slideMaster5.xml"/><Relationship Id="rId61" Type="http://schemas.openxmlformats.org/officeDocument/2006/relationships/slide" Target="slides/slide49.xml"/><Relationship Id="rId19" Type="http://schemas.openxmlformats.org/officeDocument/2006/relationships/slide" Target="slides/slide7.xml"/><Relationship Id="rId14" Type="http://schemas.openxmlformats.org/officeDocument/2006/relationships/slide" Target="slides/slide2.xml"/><Relationship Id="rId22" Type="http://schemas.openxmlformats.org/officeDocument/2006/relationships/slide" Target="slides/slide10.xml"/><Relationship Id="rId27" Type="http://schemas.openxmlformats.org/officeDocument/2006/relationships/slide" Target="slides/slide15.xml"/><Relationship Id="rId30" Type="http://schemas.openxmlformats.org/officeDocument/2006/relationships/slide" Target="slides/slide18.xml"/><Relationship Id="rId35" Type="http://schemas.openxmlformats.org/officeDocument/2006/relationships/slide" Target="slides/slide23.xml"/><Relationship Id="rId43" Type="http://schemas.openxmlformats.org/officeDocument/2006/relationships/slide" Target="slides/slide31.xml"/><Relationship Id="rId48" Type="http://schemas.openxmlformats.org/officeDocument/2006/relationships/slide" Target="slides/slide36.xml"/><Relationship Id="rId56" Type="http://schemas.openxmlformats.org/officeDocument/2006/relationships/slide" Target="slides/slide44.xml"/><Relationship Id="rId64" Type="http://schemas.openxmlformats.org/officeDocument/2006/relationships/slide" Target="slides/slide52.xml"/><Relationship Id="rId69" Type="http://schemas.openxmlformats.org/officeDocument/2006/relationships/slide" Target="slides/slide57.xml"/><Relationship Id="rId8" Type="http://schemas.openxmlformats.org/officeDocument/2006/relationships/slideMaster" Target="slideMasters/slideMaster8.xml"/><Relationship Id="rId51" Type="http://schemas.openxmlformats.org/officeDocument/2006/relationships/slide" Target="slides/slide39.xml"/><Relationship Id="rId72"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 Target="slides/slide5.xml"/><Relationship Id="rId25" Type="http://schemas.openxmlformats.org/officeDocument/2006/relationships/slide" Target="slides/slide13.xml"/><Relationship Id="rId33" Type="http://schemas.openxmlformats.org/officeDocument/2006/relationships/slide" Target="slides/slide21.xml"/><Relationship Id="rId38" Type="http://schemas.openxmlformats.org/officeDocument/2006/relationships/slide" Target="slides/slide26.xml"/><Relationship Id="rId46" Type="http://schemas.openxmlformats.org/officeDocument/2006/relationships/slide" Target="slides/slide34.xml"/><Relationship Id="rId59" Type="http://schemas.openxmlformats.org/officeDocument/2006/relationships/slide" Target="slides/slide47.xml"/><Relationship Id="rId67" Type="http://schemas.openxmlformats.org/officeDocument/2006/relationships/slide" Target="slides/slide55.xml"/><Relationship Id="rId20" Type="http://schemas.openxmlformats.org/officeDocument/2006/relationships/slide" Target="slides/slide8.xml"/><Relationship Id="rId41" Type="http://schemas.openxmlformats.org/officeDocument/2006/relationships/slide" Target="slides/slide29.xml"/><Relationship Id="rId54" Type="http://schemas.openxmlformats.org/officeDocument/2006/relationships/slide" Target="slides/slide42.xml"/><Relationship Id="rId62" Type="http://schemas.openxmlformats.org/officeDocument/2006/relationships/slide" Target="slides/slide50.xml"/><Relationship Id="rId7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3.xml"/><Relationship Id="rId23" Type="http://schemas.openxmlformats.org/officeDocument/2006/relationships/slide" Target="slides/slide11.xml"/><Relationship Id="rId28" Type="http://schemas.openxmlformats.org/officeDocument/2006/relationships/slide" Target="slides/slide16.xml"/><Relationship Id="rId36" Type="http://schemas.openxmlformats.org/officeDocument/2006/relationships/slide" Target="slides/slide24.xml"/><Relationship Id="rId49" Type="http://schemas.openxmlformats.org/officeDocument/2006/relationships/slide" Target="slides/slide37.xml"/><Relationship Id="rId57" Type="http://schemas.openxmlformats.org/officeDocument/2006/relationships/slide" Target="slides/slide45.xml"/><Relationship Id="rId10" Type="http://schemas.openxmlformats.org/officeDocument/2006/relationships/slideMaster" Target="slideMasters/slideMaster10.xml"/><Relationship Id="rId31" Type="http://schemas.openxmlformats.org/officeDocument/2006/relationships/slide" Target="slides/slide19.xml"/><Relationship Id="rId44" Type="http://schemas.openxmlformats.org/officeDocument/2006/relationships/slide" Target="slides/slide32.xml"/><Relationship Id="rId52" Type="http://schemas.openxmlformats.org/officeDocument/2006/relationships/slide" Target="slides/slide40.xml"/><Relationship Id="rId60" Type="http://schemas.openxmlformats.org/officeDocument/2006/relationships/slide" Target="slides/slide48.xml"/><Relationship Id="rId65" Type="http://schemas.openxmlformats.org/officeDocument/2006/relationships/slide" Target="slides/slide53.xml"/><Relationship Id="rId73"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 Target="slides/slide1.xml"/><Relationship Id="rId18" Type="http://schemas.openxmlformats.org/officeDocument/2006/relationships/slide" Target="slides/slide6.xml"/><Relationship Id="rId39" Type="http://schemas.openxmlformats.org/officeDocument/2006/relationships/slide" Target="slides/slide27.xml"/><Relationship Id="rId34" Type="http://schemas.openxmlformats.org/officeDocument/2006/relationships/slide" Target="slides/slide22.xml"/><Relationship Id="rId50" Type="http://schemas.openxmlformats.org/officeDocument/2006/relationships/slide" Target="slides/slide38.xml"/><Relationship Id="rId55" Type="http://schemas.openxmlformats.org/officeDocument/2006/relationships/slide" Target="slides/slide43.xml"/><Relationship Id="rId7" Type="http://schemas.openxmlformats.org/officeDocument/2006/relationships/slideMaster" Target="slideMasters/slideMaster7.xml"/><Relationship Id="rId71" Type="http://schemas.openxmlformats.org/officeDocument/2006/relationships/presProps" Target="presProp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8B1B928-EA0E-4EB1-BAE0-A25300FC460F}" type="doc">
      <dgm:prSet loTypeId="urn:microsoft.com/office/officeart/2005/8/layout/hProcess9" loCatId="process" qsTypeId="urn:microsoft.com/office/officeart/2005/8/quickstyle/simple1" qsCatId="simple" csTypeId="urn:microsoft.com/office/officeart/2005/8/colors/accent1_2" csCatId="accent1"/>
      <dgm:spPr/>
      <dgm:t>
        <a:bodyPr/>
        <a:lstStyle/>
        <a:p>
          <a:endParaRPr lang="en-US"/>
        </a:p>
      </dgm:t>
    </dgm:pt>
    <dgm:pt modelId="{23810F67-0730-41D1-8476-887FB8D5EE06}">
      <dgm:prSet/>
      <dgm:spPr/>
      <dgm:t>
        <a:bodyPr/>
        <a:lstStyle/>
        <a:p>
          <a:r>
            <a:rPr lang="en-US" b="1" dirty="0"/>
            <a:t>The Big Plan</a:t>
          </a:r>
          <a:endParaRPr lang="en-US" dirty="0"/>
        </a:p>
      </dgm:t>
    </dgm:pt>
    <dgm:pt modelId="{2AE19D67-6F12-4A51-AC86-721447E0F2AC}" type="parTrans" cxnId="{61690175-9996-4232-99DF-9CD9784AE115}">
      <dgm:prSet/>
      <dgm:spPr/>
      <dgm:t>
        <a:bodyPr/>
        <a:lstStyle/>
        <a:p>
          <a:endParaRPr lang="en-US"/>
        </a:p>
      </dgm:t>
    </dgm:pt>
    <dgm:pt modelId="{5522CE5C-EE3A-4997-A0F2-440AD271CD5D}" type="sibTrans" cxnId="{61690175-9996-4232-99DF-9CD9784AE115}">
      <dgm:prSet/>
      <dgm:spPr/>
      <dgm:t>
        <a:bodyPr/>
        <a:lstStyle/>
        <a:p>
          <a:endParaRPr lang="en-US"/>
        </a:p>
      </dgm:t>
    </dgm:pt>
    <dgm:pt modelId="{68C39B26-AAC8-4516-B426-8482D2F6D3FF}" type="pres">
      <dgm:prSet presAssocID="{98B1B928-EA0E-4EB1-BAE0-A25300FC460F}" presName="CompostProcess" presStyleCnt="0">
        <dgm:presLayoutVars>
          <dgm:dir/>
          <dgm:resizeHandles val="exact"/>
        </dgm:presLayoutVars>
      </dgm:prSet>
      <dgm:spPr/>
    </dgm:pt>
    <dgm:pt modelId="{E4D4E6B6-63D8-4E31-BDD8-E558FB845222}" type="pres">
      <dgm:prSet presAssocID="{98B1B928-EA0E-4EB1-BAE0-A25300FC460F}" presName="arrow" presStyleLbl="bgShp" presStyleIdx="0" presStyleCnt="1"/>
      <dgm:spPr/>
    </dgm:pt>
    <dgm:pt modelId="{0F30D785-C20F-4911-A42E-36F385453C96}" type="pres">
      <dgm:prSet presAssocID="{98B1B928-EA0E-4EB1-BAE0-A25300FC460F}" presName="linearProcess" presStyleCnt="0"/>
      <dgm:spPr/>
    </dgm:pt>
    <dgm:pt modelId="{D2DE497D-9441-46B6-B5AC-9161D6FF838E}" type="pres">
      <dgm:prSet presAssocID="{23810F67-0730-41D1-8476-887FB8D5EE06}" presName="textNode" presStyleLbl="node1" presStyleIdx="0" presStyleCnt="1">
        <dgm:presLayoutVars>
          <dgm:bulletEnabled val="1"/>
        </dgm:presLayoutVars>
      </dgm:prSet>
      <dgm:spPr/>
    </dgm:pt>
  </dgm:ptLst>
  <dgm:cxnLst>
    <dgm:cxn modelId="{B81E5120-63A1-4FDD-9DD5-457AD8A2489F}" type="presOf" srcId="{98B1B928-EA0E-4EB1-BAE0-A25300FC460F}" destId="{68C39B26-AAC8-4516-B426-8482D2F6D3FF}" srcOrd="0" destOrd="0" presId="urn:microsoft.com/office/officeart/2005/8/layout/hProcess9"/>
    <dgm:cxn modelId="{A3CCBF67-8F56-46BF-960E-28752F13A883}" type="presOf" srcId="{23810F67-0730-41D1-8476-887FB8D5EE06}" destId="{D2DE497D-9441-46B6-B5AC-9161D6FF838E}" srcOrd="0" destOrd="0" presId="urn:microsoft.com/office/officeart/2005/8/layout/hProcess9"/>
    <dgm:cxn modelId="{61690175-9996-4232-99DF-9CD9784AE115}" srcId="{98B1B928-EA0E-4EB1-BAE0-A25300FC460F}" destId="{23810F67-0730-41D1-8476-887FB8D5EE06}" srcOrd="0" destOrd="0" parTransId="{2AE19D67-6F12-4A51-AC86-721447E0F2AC}" sibTransId="{5522CE5C-EE3A-4997-A0F2-440AD271CD5D}"/>
    <dgm:cxn modelId="{15D189F3-9147-4E95-AE4A-89BD95C3A497}" type="presParOf" srcId="{68C39B26-AAC8-4516-B426-8482D2F6D3FF}" destId="{E4D4E6B6-63D8-4E31-BDD8-E558FB845222}" srcOrd="0" destOrd="0" presId="urn:microsoft.com/office/officeart/2005/8/layout/hProcess9"/>
    <dgm:cxn modelId="{6B1F4A8A-7B6C-43E4-830E-340D47084BB0}" type="presParOf" srcId="{68C39B26-AAC8-4516-B426-8482D2F6D3FF}" destId="{0F30D785-C20F-4911-A42E-36F385453C96}" srcOrd="1" destOrd="0" presId="urn:microsoft.com/office/officeart/2005/8/layout/hProcess9"/>
    <dgm:cxn modelId="{C1F082D8-5BD9-447B-BF6C-9CBD6835557A}" type="presParOf" srcId="{0F30D785-C20F-4911-A42E-36F385453C96}" destId="{D2DE497D-9441-46B6-B5AC-9161D6FF838E}" srcOrd="0" destOrd="0" presId="urn:microsoft.com/office/officeart/2005/8/layout/hProcess9"/>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00F4860-97BC-40A5-BF5D-AEFFF8939EAD}" type="doc">
      <dgm:prSet loTypeId="urn:microsoft.com/office/officeart/2005/8/layout/hList7" loCatId="list" qsTypeId="urn:microsoft.com/office/officeart/2005/8/quickstyle/simple1" qsCatId="simple" csTypeId="urn:microsoft.com/office/officeart/2005/8/colors/accent1_2" csCatId="accent1" phldr="1"/>
      <dgm:spPr/>
      <dgm:t>
        <a:bodyPr/>
        <a:lstStyle/>
        <a:p>
          <a:endParaRPr lang="en-US"/>
        </a:p>
      </dgm:t>
    </dgm:pt>
    <dgm:pt modelId="{A31D2FAF-85D2-4500-A395-903FA808FB62}">
      <dgm:prSet/>
      <dgm:spPr/>
      <dgm:t>
        <a:bodyPr/>
        <a:lstStyle/>
        <a:p>
          <a:r>
            <a:rPr lang="en-US" b="1" dirty="0"/>
            <a:t>What’s our history of project planning? </a:t>
          </a:r>
          <a:endParaRPr lang="en-US" dirty="0"/>
        </a:p>
      </dgm:t>
    </dgm:pt>
    <dgm:pt modelId="{6B4C7568-EA8D-4AA7-AF2B-06099FCEDFC6}" type="parTrans" cxnId="{0B635163-A274-4C18-8AA9-47EA70AC1E59}">
      <dgm:prSet/>
      <dgm:spPr/>
      <dgm:t>
        <a:bodyPr/>
        <a:lstStyle/>
        <a:p>
          <a:endParaRPr lang="en-US"/>
        </a:p>
      </dgm:t>
    </dgm:pt>
    <dgm:pt modelId="{DAB702F5-A970-48EC-944B-36812B712EB4}" type="sibTrans" cxnId="{0B635163-A274-4C18-8AA9-47EA70AC1E59}">
      <dgm:prSet/>
      <dgm:spPr/>
      <dgm:t>
        <a:bodyPr/>
        <a:lstStyle/>
        <a:p>
          <a:endParaRPr lang="en-US"/>
        </a:p>
      </dgm:t>
    </dgm:pt>
    <dgm:pt modelId="{3FAD0668-3B64-4178-B9A5-B4B98C9C3117}">
      <dgm:prSet/>
      <dgm:spPr/>
      <dgm:t>
        <a:bodyPr/>
        <a:lstStyle/>
        <a:p>
          <a:r>
            <a:rPr lang="en-US" b="1" dirty="0"/>
            <a:t>What’s Your Role? </a:t>
          </a:r>
          <a:endParaRPr lang="en-US" dirty="0"/>
        </a:p>
      </dgm:t>
    </dgm:pt>
    <dgm:pt modelId="{5FBB6ABB-EF5C-4F95-8B63-EFBB981291BA}" type="parTrans" cxnId="{06EF0A8E-0C1D-4A44-BF72-DF97AA2FEA3A}">
      <dgm:prSet/>
      <dgm:spPr/>
      <dgm:t>
        <a:bodyPr/>
        <a:lstStyle/>
        <a:p>
          <a:endParaRPr lang="en-US"/>
        </a:p>
      </dgm:t>
    </dgm:pt>
    <dgm:pt modelId="{F487BB84-8768-4A06-AABB-622F2D998B37}" type="sibTrans" cxnId="{06EF0A8E-0C1D-4A44-BF72-DF97AA2FEA3A}">
      <dgm:prSet/>
      <dgm:spPr/>
      <dgm:t>
        <a:bodyPr/>
        <a:lstStyle/>
        <a:p>
          <a:endParaRPr lang="en-US"/>
        </a:p>
      </dgm:t>
    </dgm:pt>
    <dgm:pt modelId="{F78FEEF0-FF81-4F9C-9BCB-D08365634CCB}">
      <dgm:prSet/>
      <dgm:spPr/>
      <dgm:t>
        <a:bodyPr/>
        <a:lstStyle/>
        <a:p>
          <a:r>
            <a:rPr lang="en-US" b="1" dirty="0"/>
            <a:t>How Much Juice Do You Have?</a:t>
          </a:r>
          <a:endParaRPr lang="en-US" dirty="0"/>
        </a:p>
      </dgm:t>
    </dgm:pt>
    <dgm:pt modelId="{23565C79-5C49-436F-AE2A-672DCAD45013}" type="parTrans" cxnId="{2769B9B4-9B6A-4D81-BEE4-3988073AA886}">
      <dgm:prSet/>
      <dgm:spPr/>
      <dgm:t>
        <a:bodyPr/>
        <a:lstStyle/>
        <a:p>
          <a:endParaRPr lang="en-US"/>
        </a:p>
      </dgm:t>
    </dgm:pt>
    <dgm:pt modelId="{4631E735-E8E3-4D5C-BBDB-BF9024CC697D}" type="sibTrans" cxnId="{2769B9B4-9B6A-4D81-BEE4-3988073AA886}">
      <dgm:prSet/>
      <dgm:spPr/>
      <dgm:t>
        <a:bodyPr/>
        <a:lstStyle/>
        <a:p>
          <a:endParaRPr lang="en-US"/>
        </a:p>
      </dgm:t>
    </dgm:pt>
    <dgm:pt modelId="{71666198-BFE6-4596-BFDD-0DC594E0ED0F}">
      <dgm:prSet/>
      <dgm:spPr/>
      <dgm:t>
        <a:bodyPr/>
        <a:lstStyle/>
        <a:p>
          <a:r>
            <a:rPr lang="en-US" b="1" dirty="0"/>
            <a:t>Who is Your Patron?</a:t>
          </a:r>
          <a:endParaRPr lang="en-US" dirty="0"/>
        </a:p>
      </dgm:t>
    </dgm:pt>
    <dgm:pt modelId="{B8D4DB1F-E3AB-40C6-853A-7CD738F344AA}" type="parTrans" cxnId="{88BE5593-8E98-44EC-981F-F4DEEBDF855B}">
      <dgm:prSet/>
      <dgm:spPr/>
      <dgm:t>
        <a:bodyPr/>
        <a:lstStyle/>
        <a:p>
          <a:endParaRPr lang="en-US"/>
        </a:p>
      </dgm:t>
    </dgm:pt>
    <dgm:pt modelId="{C007D149-FC58-491C-A429-46C4911D747A}" type="sibTrans" cxnId="{88BE5593-8E98-44EC-981F-F4DEEBDF855B}">
      <dgm:prSet/>
      <dgm:spPr/>
      <dgm:t>
        <a:bodyPr/>
        <a:lstStyle/>
        <a:p>
          <a:endParaRPr lang="en-US"/>
        </a:p>
      </dgm:t>
    </dgm:pt>
    <dgm:pt modelId="{7CF324AB-D809-431D-9041-95C8C56D3B92}">
      <dgm:prSet/>
      <dgm:spPr/>
      <dgm:t>
        <a:bodyPr/>
        <a:lstStyle/>
        <a:p>
          <a:r>
            <a:rPr lang="en-US" b="1" dirty="0"/>
            <a:t>What Kind of Plan is it?</a:t>
          </a:r>
          <a:endParaRPr lang="en-US" dirty="0"/>
        </a:p>
      </dgm:t>
    </dgm:pt>
    <dgm:pt modelId="{0BE97BE7-4A7F-4954-9222-388A0C0C5182}" type="parTrans" cxnId="{43EFCCC0-FE1B-4F20-904A-AB6C115391C2}">
      <dgm:prSet/>
      <dgm:spPr/>
      <dgm:t>
        <a:bodyPr/>
        <a:lstStyle/>
        <a:p>
          <a:endParaRPr lang="en-US"/>
        </a:p>
      </dgm:t>
    </dgm:pt>
    <dgm:pt modelId="{E56BE524-A7AF-49DE-B514-97EBBB7EEA48}" type="sibTrans" cxnId="{43EFCCC0-FE1B-4F20-904A-AB6C115391C2}">
      <dgm:prSet/>
      <dgm:spPr/>
      <dgm:t>
        <a:bodyPr/>
        <a:lstStyle/>
        <a:p>
          <a:endParaRPr lang="en-US"/>
        </a:p>
      </dgm:t>
    </dgm:pt>
    <dgm:pt modelId="{1B3EB60F-82AA-4522-8885-FA83D93B5625}" type="pres">
      <dgm:prSet presAssocID="{900F4860-97BC-40A5-BF5D-AEFFF8939EAD}" presName="Name0" presStyleCnt="0">
        <dgm:presLayoutVars>
          <dgm:dir/>
          <dgm:resizeHandles val="exact"/>
        </dgm:presLayoutVars>
      </dgm:prSet>
      <dgm:spPr/>
    </dgm:pt>
    <dgm:pt modelId="{BFFE8FC7-56E3-4CC4-BDCC-70D05C93CE67}" type="pres">
      <dgm:prSet presAssocID="{900F4860-97BC-40A5-BF5D-AEFFF8939EAD}" presName="fgShape" presStyleLbl="fgShp" presStyleIdx="0" presStyleCnt="1"/>
      <dgm:spPr/>
    </dgm:pt>
    <dgm:pt modelId="{2F4D7C6D-9CB8-4D7B-98E1-917C0A9E13E5}" type="pres">
      <dgm:prSet presAssocID="{900F4860-97BC-40A5-BF5D-AEFFF8939EAD}" presName="linComp" presStyleCnt="0"/>
      <dgm:spPr/>
    </dgm:pt>
    <dgm:pt modelId="{B4881A29-7FC7-485B-BC96-5BCA7FF0811B}" type="pres">
      <dgm:prSet presAssocID="{A31D2FAF-85D2-4500-A395-903FA808FB62}" presName="compNode" presStyleCnt="0"/>
      <dgm:spPr/>
    </dgm:pt>
    <dgm:pt modelId="{2CC2ABE2-2461-4FEE-98DB-D72C3C695319}" type="pres">
      <dgm:prSet presAssocID="{A31D2FAF-85D2-4500-A395-903FA808FB62}" presName="bkgdShape" presStyleLbl="node1" presStyleIdx="0" presStyleCnt="5"/>
      <dgm:spPr/>
    </dgm:pt>
    <dgm:pt modelId="{C2B9B480-6264-4562-A706-A0E607A75F8E}" type="pres">
      <dgm:prSet presAssocID="{A31D2FAF-85D2-4500-A395-903FA808FB62}" presName="nodeTx" presStyleLbl="node1" presStyleIdx="0" presStyleCnt="5">
        <dgm:presLayoutVars>
          <dgm:bulletEnabled val="1"/>
        </dgm:presLayoutVars>
      </dgm:prSet>
      <dgm:spPr/>
    </dgm:pt>
    <dgm:pt modelId="{9D077C8A-9658-4D4C-AB49-D66F96EE67AF}" type="pres">
      <dgm:prSet presAssocID="{A31D2FAF-85D2-4500-A395-903FA808FB62}" presName="invisiNode" presStyleLbl="node1" presStyleIdx="0" presStyleCnt="5"/>
      <dgm:spPr/>
    </dgm:pt>
    <dgm:pt modelId="{A2D152C0-C808-4068-9859-F8315F401C69}" type="pres">
      <dgm:prSet presAssocID="{A31D2FAF-85D2-4500-A395-903FA808FB62}" presName="imagNode" presStyleLbl="fgImgPlace1" presStyleIdx="0" presStyleCnt="5"/>
      <dgm:spPr/>
    </dgm:pt>
    <dgm:pt modelId="{F2E05F11-30F3-4FFF-8BDF-EC86861E9A51}" type="pres">
      <dgm:prSet presAssocID="{DAB702F5-A970-48EC-944B-36812B712EB4}" presName="sibTrans" presStyleLbl="sibTrans2D1" presStyleIdx="0" presStyleCnt="0"/>
      <dgm:spPr/>
    </dgm:pt>
    <dgm:pt modelId="{5497E683-AF1A-4807-A7EA-E09E9EF06319}" type="pres">
      <dgm:prSet presAssocID="{3FAD0668-3B64-4178-B9A5-B4B98C9C3117}" presName="compNode" presStyleCnt="0"/>
      <dgm:spPr/>
    </dgm:pt>
    <dgm:pt modelId="{FEC277FA-4754-4E0E-804C-600E09C957BB}" type="pres">
      <dgm:prSet presAssocID="{3FAD0668-3B64-4178-B9A5-B4B98C9C3117}" presName="bkgdShape" presStyleLbl="node1" presStyleIdx="1" presStyleCnt="5"/>
      <dgm:spPr/>
    </dgm:pt>
    <dgm:pt modelId="{F76348FB-24ED-496E-903A-7B69D3BC84F9}" type="pres">
      <dgm:prSet presAssocID="{3FAD0668-3B64-4178-B9A5-B4B98C9C3117}" presName="nodeTx" presStyleLbl="node1" presStyleIdx="1" presStyleCnt="5">
        <dgm:presLayoutVars>
          <dgm:bulletEnabled val="1"/>
        </dgm:presLayoutVars>
      </dgm:prSet>
      <dgm:spPr/>
    </dgm:pt>
    <dgm:pt modelId="{901D68AB-A75F-45F6-8471-5F94164B840B}" type="pres">
      <dgm:prSet presAssocID="{3FAD0668-3B64-4178-B9A5-B4B98C9C3117}" presName="invisiNode" presStyleLbl="node1" presStyleIdx="1" presStyleCnt="5"/>
      <dgm:spPr/>
    </dgm:pt>
    <dgm:pt modelId="{76EC3ED5-66D7-4586-9F96-C1F0F667FD7F}" type="pres">
      <dgm:prSet presAssocID="{3FAD0668-3B64-4178-B9A5-B4B98C9C3117}" presName="imagNode" presStyleLbl="fgImgPlace1" presStyleIdx="1" presStyleCnt="5"/>
      <dgm:spPr/>
    </dgm:pt>
    <dgm:pt modelId="{A1BEBEB8-D8A6-4399-9A3A-5EA8AC229116}" type="pres">
      <dgm:prSet presAssocID="{F487BB84-8768-4A06-AABB-622F2D998B37}" presName="sibTrans" presStyleLbl="sibTrans2D1" presStyleIdx="0" presStyleCnt="0"/>
      <dgm:spPr/>
    </dgm:pt>
    <dgm:pt modelId="{A7DCFE89-C1E8-425F-8C67-D28FB852C184}" type="pres">
      <dgm:prSet presAssocID="{F78FEEF0-FF81-4F9C-9BCB-D08365634CCB}" presName="compNode" presStyleCnt="0"/>
      <dgm:spPr/>
    </dgm:pt>
    <dgm:pt modelId="{BE1312DD-A460-4178-BEEF-585593E14455}" type="pres">
      <dgm:prSet presAssocID="{F78FEEF0-FF81-4F9C-9BCB-D08365634CCB}" presName="bkgdShape" presStyleLbl="node1" presStyleIdx="2" presStyleCnt="5"/>
      <dgm:spPr/>
    </dgm:pt>
    <dgm:pt modelId="{5A82625F-503D-4C13-9C07-32E1A7B9319B}" type="pres">
      <dgm:prSet presAssocID="{F78FEEF0-FF81-4F9C-9BCB-D08365634CCB}" presName="nodeTx" presStyleLbl="node1" presStyleIdx="2" presStyleCnt="5">
        <dgm:presLayoutVars>
          <dgm:bulletEnabled val="1"/>
        </dgm:presLayoutVars>
      </dgm:prSet>
      <dgm:spPr/>
    </dgm:pt>
    <dgm:pt modelId="{7169A007-C60A-4DD7-9BEA-1AE8D7BCFD48}" type="pres">
      <dgm:prSet presAssocID="{F78FEEF0-FF81-4F9C-9BCB-D08365634CCB}" presName="invisiNode" presStyleLbl="node1" presStyleIdx="2" presStyleCnt="5"/>
      <dgm:spPr/>
    </dgm:pt>
    <dgm:pt modelId="{C4173147-0D0E-44B2-BC54-2EE59038790A}" type="pres">
      <dgm:prSet presAssocID="{F78FEEF0-FF81-4F9C-9BCB-D08365634CCB}" presName="imagNode" presStyleLbl="fgImgPlace1" presStyleIdx="2" presStyleCnt="5"/>
      <dgm:spPr/>
    </dgm:pt>
    <dgm:pt modelId="{0F21A3E6-0979-445E-9628-BE1F2C5915BF}" type="pres">
      <dgm:prSet presAssocID="{4631E735-E8E3-4D5C-BBDB-BF9024CC697D}" presName="sibTrans" presStyleLbl="sibTrans2D1" presStyleIdx="0" presStyleCnt="0"/>
      <dgm:spPr/>
    </dgm:pt>
    <dgm:pt modelId="{0F8D7D82-D2C3-4B2A-9D14-510F43B41F35}" type="pres">
      <dgm:prSet presAssocID="{71666198-BFE6-4596-BFDD-0DC594E0ED0F}" presName="compNode" presStyleCnt="0"/>
      <dgm:spPr/>
    </dgm:pt>
    <dgm:pt modelId="{C9D11BFE-E858-46F5-B2EA-1E29CE826596}" type="pres">
      <dgm:prSet presAssocID="{71666198-BFE6-4596-BFDD-0DC594E0ED0F}" presName="bkgdShape" presStyleLbl="node1" presStyleIdx="3" presStyleCnt="5"/>
      <dgm:spPr/>
    </dgm:pt>
    <dgm:pt modelId="{EEC8A788-1AC4-4E6D-834A-FA09F4C34437}" type="pres">
      <dgm:prSet presAssocID="{71666198-BFE6-4596-BFDD-0DC594E0ED0F}" presName="nodeTx" presStyleLbl="node1" presStyleIdx="3" presStyleCnt="5">
        <dgm:presLayoutVars>
          <dgm:bulletEnabled val="1"/>
        </dgm:presLayoutVars>
      </dgm:prSet>
      <dgm:spPr/>
    </dgm:pt>
    <dgm:pt modelId="{143385E1-1036-40B3-AED0-52657EA7D0CA}" type="pres">
      <dgm:prSet presAssocID="{71666198-BFE6-4596-BFDD-0DC594E0ED0F}" presName="invisiNode" presStyleLbl="node1" presStyleIdx="3" presStyleCnt="5"/>
      <dgm:spPr/>
    </dgm:pt>
    <dgm:pt modelId="{87DE9179-8258-47B0-85B1-055FCDB78366}" type="pres">
      <dgm:prSet presAssocID="{71666198-BFE6-4596-BFDD-0DC594E0ED0F}" presName="imagNode" presStyleLbl="fgImgPlace1" presStyleIdx="3" presStyleCnt="5"/>
      <dgm:spPr/>
    </dgm:pt>
    <dgm:pt modelId="{8E30572F-5F1F-49D8-9456-17C3126280A3}" type="pres">
      <dgm:prSet presAssocID="{C007D149-FC58-491C-A429-46C4911D747A}" presName="sibTrans" presStyleLbl="sibTrans2D1" presStyleIdx="0" presStyleCnt="0"/>
      <dgm:spPr/>
    </dgm:pt>
    <dgm:pt modelId="{6B1E2EE2-A237-47F5-BBD1-6E41E239FA47}" type="pres">
      <dgm:prSet presAssocID="{7CF324AB-D809-431D-9041-95C8C56D3B92}" presName="compNode" presStyleCnt="0"/>
      <dgm:spPr/>
    </dgm:pt>
    <dgm:pt modelId="{2533D862-5FA7-447A-95A3-3928C7E37CA1}" type="pres">
      <dgm:prSet presAssocID="{7CF324AB-D809-431D-9041-95C8C56D3B92}" presName="bkgdShape" presStyleLbl="node1" presStyleIdx="4" presStyleCnt="5"/>
      <dgm:spPr/>
    </dgm:pt>
    <dgm:pt modelId="{B7863D6E-4501-49FC-BCEF-BB9A8E72CEE7}" type="pres">
      <dgm:prSet presAssocID="{7CF324AB-D809-431D-9041-95C8C56D3B92}" presName="nodeTx" presStyleLbl="node1" presStyleIdx="4" presStyleCnt="5">
        <dgm:presLayoutVars>
          <dgm:bulletEnabled val="1"/>
        </dgm:presLayoutVars>
      </dgm:prSet>
      <dgm:spPr/>
    </dgm:pt>
    <dgm:pt modelId="{F876366B-6A33-4038-A62C-5143E9195DD6}" type="pres">
      <dgm:prSet presAssocID="{7CF324AB-D809-431D-9041-95C8C56D3B92}" presName="invisiNode" presStyleLbl="node1" presStyleIdx="4" presStyleCnt="5"/>
      <dgm:spPr/>
    </dgm:pt>
    <dgm:pt modelId="{00331D76-9422-4512-AFA3-9B2020EB2E7E}" type="pres">
      <dgm:prSet presAssocID="{7CF324AB-D809-431D-9041-95C8C56D3B92}" presName="imagNode" presStyleLbl="fgImgPlace1" presStyleIdx="4" presStyleCnt="5"/>
      <dgm:spPr/>
    </dgm:pt>
  </dgm:ptLst>
  <dgm:cxnLst>
    <dgm:cxn modelId="{4B627200-4F71-4FE3-81CA-78CF624D00CD}" type="presOf" srcId="{4631E735-E8E3-4D5C-BBDB-BF9024CC697D}" destId="{0F21A3E6-0979-445E-9628-BE1F2C5915BF}" srcOrd="0" destOrd="0" presId="urn:microsoft.com/office/officeart/2005/8/layout/hList7"/>
    <dgm:cxn modelId="{839BA306-FBBF-4414-96B9-560DC31FFDA1}" type="presOf" srcId="{900F4860-97BC-40A5-BF5D-AEFFF8939EAD}" destId="{1B3EB60F-82AA-4522-8885-FA83D93B5625}" srcOrd="0" destOrd="0" presId="urn:microsoft.com/office/officeart/2005/8/layout/hList7"/>
    <dgm:cxn modelId="{21137318-78C2-482D-9D7F-16756023FE2D}" type="presOf" srcId="{3FAD0668-3B64-4178-B9A5-B4B98C9C3117}" destId="{FEC277FA-4754-4E0E-804C-600E09C957BB}" srcOrd="0" destOrd="0" presId="urn:microsoft.com/office/officeart/2005/8/layout/hList7"/>
    <dgm:cxn modelId="{0FE9C819-3936-47A3-9BD0-F3CB467E7F3F}" type="presOf" srcId="{A31D2FAF-85D2-4500-A395-903FA808FB62}" destId="{2CC2ABE2-2461-4FEE-98DB-D72C3C695319}" srcOrd="0" destOrd="0" presId="urn:microsoft.com/office/officeart/2005/8/layout/hList7"/>
    <dgm:cxn modelId="{8F755333-0C86-4D88-BC3E-3FF05561C6B8}" type="presOf" srcId="{3FAD0668-3B64-4178-B9A5-B4B98C9C3117}" destId="{F76348FB-24ED-496E-903A-7B69D3BC84F9}" srcOrd="1" destOrd="0" presId="urn:microsoft.com/office/officeart/2005/8/layout/hList7"/>
    <dgm:cxn modelId="{0B635163-A274-4C18-8AA9-47EA70AC1E59}" srcId="{900F4860-97BC-40A5-BF5D-AEFFF8939EAD}" destId="{A31D2FAF-85D2-4500-A395-903FA808FB62}" srcOrd="0" destOrd="0" parTransId="{6B4C7568-EA8D-4AA7-AF2B-06099FCEDFC6}" sibTransId="{DAB702F5-A970-48EC-944B-36812B712EB4}"/>
    <dgm:cxn modelId="{5B49584D-8740-4BED-86FC-9681954E7BCC}" type="presOf" srcId="{7CF324AB-D809-431D-9041-95C8C56D3B92}" destId="{2533D862-5FA7-447A-95A3-3928C7E37CA1}" srcOrd="0" destOrd="0" presId="urn:microsoft.com/office/officeart/2005/8/layout/hList7"/>
    <dgm:cxn modelId="{7A396950-2E97-47D5-8B23-D9982C21F31C}" type="presOf" srcId="{F78FEEF0-FF81-4F9C-9BCB-D08365634CCB}" destId="{BE1312DD-A460-4178-BEEF-585593E14455}" srcOrd="0" destOrd="0" presId="urn:microsoft.com/office/officeart/2005/8/layout/hList7"/>
    <dgm:cxn modelId="{3C1FB18C-4299-43D7-BEB9-35C1F97C4647}" type="presOf" srcId="{DAB702F5-A970-48EC-944B-36812B712EB4}" destId="{F2E05F11-30F3-4FFF-8BDF-EC86861E9A51}" srcOrd="0" destOrd="0" presId="urn:microsoft.com/office/officeart/2005/8/layout/hList7"/>
    <dgm:cxn modelId="{9FF7CE8D-DE7F-4EF7-A2A0-6F2DAA3C49A0}" type="presOf" srcId="{F487BB84-8768-4A06-AABB-622F2D998B37}" destId="{A1BEBEB8-D8A6-4399-9A3A-5EA8AC229116}" srcOrd="0" destOrd="0" presId="urn:microsoft.com/office/officeart/2005/8/layout/hList7"/>
    <dgm:cxn modelId="{06EF0A8E-0C1D-4A44-BF72-DF97AA2FEA3A}" srcId="{900F4860-97BC-40A5-BF5D-AEFFF8939EAD}" destId="{3FAD0668-3B64-4178-B9A5-B4B98C9C3117}" srcOrd="1" destOrd="0" parTransId="{5FBB6ABB-EF5C-4F95-8B63-EFBB981291BA}" sibTransId="{F487BB84-8768-4A06-AABB-622F2D998B37}"/>
    <dgm:cxn modelId="{88BE5593-8E98-44EC-981F-F4DEEBDF855B}" srcId="{900F4860-97BC-40A5-BF5D-AEFFF8939EAD}" destId="{71666198-BFE6-4596-BFDD-0DC594E0ED0F}" srcOrd="3" destOrd="0" parTransId="{B8D4DB1F-E3AB-40C6-853A-7CD738F344AA}" sibTransId="{C007D149-FC58-491C-A429-46C4911D747A}"/>
    <dgm:cxn modelId="{EB4F949F-794B-4BA3-AF42-13C4D4C75AB9}" type="presOf" srcId="{7CF324AB-D809-431D-9041-95C8C56D3B92}" destId="{B7863D6E-4501-49FC-BCEF-BB9A8E72CEE7}" srcOrd="1" destOrd="0" presId="urn:microsoft.com/office/officeart/2005/8/layout/hList7"/>
    <dgm:cxn modelId="{6007CAAA-E2A4-4B0B-9DB8-1593072F6F69}" type="presOf" srcId="{C007D149-FC58-491C-A429-46C4911D747A}" destId="{8E30572F-5F1F-49D8-9456-17C3126280A3}" srcOrd="0" destOrd="0" presId="urn:microsoft.com/office/officeart/2005/8/layout/hList7"/>
    <dgm:cxn modelId="{DE7C03AD-DE9F-4658-A67A-D9D61749FDD1}" type="presOf" srcId="{A31D2FAF-85D2-4500-A395-903FA808FB62}" destId="{C2B9B480-6264-4562-A706-A0E607A75F8E}" srcOrd="1" destOrd="0" presId="urn:microsoft.com/office/officeart/2005/8/layout/hList7"/>
    <dgm:cxn modelId="{2769B9B4-9B6A-4D81-BEE4-3988073AA886}" srcId="{900F4860-97BC-40A5-BF5D-AEFFF8939EAD}" destId="{F78FEEF0-FF81-4F9C-9BCB-D08365634CCB}" srcOrd="2" destOrd="0" parTransId="{23565C79-5C49-436F-AE2A-672DCAD45013}" sibTransId="{4631E735-E8E3-4D5C-BBDB-BF9024CC697D}"/>
    <dgm:cxn modelId="{43EFCCC0-FE1B-4F20-904A-AB6C115391C2}" srcId="{900F4860-97BC-40A5-BF5D-AEFFF8939EAD}" destId="{7CF324AB-D809-431D-9041-95C8C56D3B92}" srcOrd="4" destOrd="0" parTransId="{0BE97BE7-4A7F-4954-9222-388A0C0C5182}" sibTransId="{E56BE524-A7AF-49DE-B514-97EBBB7EEA48}"/>
    <dgm:cxn modelId="{132FA6D9-61E9-4A36-A31B-FBF929F8F9FF}" type="presOf" srcId="{71666198-BFE6-4596-BFDD-0DC594E0ED0F}" destId="{EEC8A788-1AC4-4E6D-834A-FA09F4C34437}" srcOrd="1" destOrd="0" presId="urn:microsoft.com/office/officeart/2005/8/layout/hList7"/>
    <dgm:cxn modelId="{101833E6-3D52-4286-A211-C07100AB338E}" type="presOf" srcId="{F78FEEF0-FF81-4F9C-9BCB-D08365634CCB}" destId="{5A82625F-503D-4C13-9C07-32E1A7B9319B}" srcOrd="1" destOrd="0" presId="urn:microsoft.com/office/officeart/2005/8/layout/hList7"/>
    <dgm:cxn modelId="{06330AE9-83B5-4FBC-9E20-31C443C1C61D}" type="presOf" srcId="{71666198-BFE6-4596-BFDD-0DC594E0ED0F}" destId="{C9D11BFE-E858-46F5-B2EA-1E29CE826596}" srcOrd="0" destOrd="0" presId="urn:microsoft.com/office/officeart/2005/8/layout/hList7"/>
    <dgm:cxn modelId="{6985D445-2775-4344-8D12-01CB5CED975F}" type="presParOf" srcId="{1B3EB60F-82AA-4522-8885-FA83D93B5625}" destId="{BFFE8FC7-56E3-4CC4-BDCC-70D05C93CE67}" srcOrd="0" destOrd="0" presId="urn:microsoft.com/office/officeart/2005/8/layout/hList7"/>
    <dgm:cxn modelId="{B0CA47FD-82CA-4384-94DE-B6A4914C4E1F}" type="presParOf" srcId="{1B3EB60F-82AA-4522-8885-FA83D93B5625}" destId="{2F4D7C6D-9CB8-4D7B-98E1-917C0A9E13E5}" srcOrd="1" destOrd="0" presId="urn:microsoft.com/office/officeart/2005/8/layout/hList7"/>
    <dgm:cxn modelId="{6560DD3F-9467-420A-9749-B872F16884CE}" type="presParOf" srcId="{2F4D7C6D-9CB8-4D7B-98E1-917C0A9E13E5}" destId="{B4881A29-7FC7-485B-BC96-5BCA7FF0811B}" srcOrd="0" destOrd="0" presId="urn:microsoft.com/office/officeart/2005/8/layout/hList7"/>
    <dgm:cxn modelId="{F6F4FD8A-373C-4E5A-89F5-85F61EEA348B}" type="presParOf" srcId="{B4881A29-7FC7-485B-BC96-5BCA7FF0811B}" destId="{2CC2ABE2-2461-4FEE-98DB-D72C3C695319}" srcOrd="0" destOrd="0" presId="urn:microsoft.com/office/officeart/2005/8/layout/hList7"/>
    <dgm:cxn modelId="{3E18CE25-55B3-4DCC-803F-A9EFEE513564}" type="presParOf" srcId="{B4881A29-7FC7-485B-BC96-5BCA7FF0811B}" destId="{C2B9B480-6264-4562-A706-A0E607A75F8E}" srcOrd="1" destOrd="0" presId="urn:microsoft.com/office/officeart/2005/8/layout/hList7"/>
    <dgm:cxn modelId="{2847E043-73E4-492D-A567-C5FC74EE61D2}" type="presParOf" srcId="{B4881A29-7FC7-485B-BC96-5BCA7FF0811B}" destId="{9D077C8A-9658-4D4C-AB49-D66F96EE67AF}" srcOrd="2" destOrd="0" presId="urn:microsoft.com/office/officeart/2005/8/layout/hList7"/>
    <dgm:cxn modelId="{169FA160-44F1-4A7D-B6E6-5D0053E750D8}" type="presParOf" srcId="{B4881A29-7FC7-485B-BC96-5BCA7FF0811B}" destId="{A2D152C0-C808-4068-9859-F8315F401C69}" srcOrd="3" destOrd="0" presId="urn:microsoft.com/office/officeart/2005/8/layout/hList7"/>
    <dgm:cxn modelId="{6B70AD63-C7B3-43FA-BE88-57DD37AC885D}" type="presParOf" srcId="{2F4D7C6D-9CB8-4D7B-98E1-917C0A9E13E5}" destId="{F2E05F11-30F3-4FFF-8BDF-EC86861E9A51}" srcOrd="1" destOrd="0" presId="urn:microsoft.com/office/officeart/2005/8/layout/hList7"/>
    <dgm:cxn modelId="{A7FB675C-EE5B-4E5E-B9CE-DA7488A658B1}" type="presParOf" srcId="{2F4D7C6D-9CB8-4D7B-98E1-917C0A9E13E5}" destId="{5497E683-AF1A-4807-A7EA-E09E9EF06319}" srcOrd="2" destOrd="0" presId="urn:microsoft.com/office/officeart/2005/8/layout/hList7"/>
    <dgm:cxn modelId="{6C6CB870-8D48-47D2-9B54-83576A67FCCB}" type="presParOf" srcId="{5497E683-AF1A-4807-A7EA-E09E9EF06319}" destId="{FEC277FA-4754-4E0E-804C-600E09C957BB}" srcOrd="0" destOrd="0" presId="urn:microsoft.com/office/officeart/2005/8/layout/hList7"/>
    <dgm:cxn modelId="{6404FC1D-D378-454A-8121-41F808A73C77}" type="presParOf" srcId="{5497E683-AF1A-4807-A7EA-E09E9EF06319}" destId="{F76348FB-24ED-496E-903A-7B69D3BC84F9}" srcOrd="1" destOrd="0" presId="urn:microsoft.com/office/officeart/2005/8/layout/hList7"/>
    <dgm:cxn modelId="{72AB0D8E-D714-4514-9DDD-6B20A318950C}" type="presParOf" srcId="{5497E683-AF1A-4807-A7EA-E09E9EF06319}" destId="{901D68AB-A75F-45F6-8471-5F94164B840B}" srcOrd="2" destOrd="0" presId="urn:microsoft.com/office/officeart/2005/8/layout/hList7"/>
    <dgm:cxn modelId="{62CBEDF4-8435-4029-B6C6-304A1A5BF496}" type="presParOf" srcId="{5497E683-AF1A-4807-A7EA-E09E9EF06319}" destId="{76EC3ED5-66D7-4586-9F96-C1F0F667FD7F}" srcOrd="3" destOrd="0" presId="urn:microsoft.com/office/officeart/2005/8/layout/hList7"/>
    <dgm:cxn modelId="{96F797BE-3E6D-4C05-B58D-A05812C820BB}" type="presParOf" srcId="{2F4D7C6D-9CB8-4D7B-98E1-917C0A9E13E5}" destId="{A1BEBEB8-D8A6-4399-9A3A-5EA8AC229116}" srcOrd="3" destOrd="0" presId="urn:microsoft.com/office/officeart/2005/8/layout/hList7"/>
    <dgm:cxn modelId="{FB80FB45-8221-465D-B621-06854A47A26B}" type="presParOf" srcId="{2F4D7C6D-9CB8-4D7B-98E1-917C0A9E13E5}" destId="{A7DCFE89-C1E8-425F-8C67-D28FB852C184}" srcOrd="4" destOrd="0" presId="urn:microsoft.com/office/officeart/2005/8/layout/hList7"/>
    <dgm:cxn modelId="{BFF00E94-2A64-416F-8E86-C42A4FD28ACF}" type="presParOf" srcId="{A7DCFE89-C1E8-425F-8C67-D28FB852C184}" destId="{BE1312DD-A460-4178-BEEF-585593E14455}" srcOrd="0" destOrd="0" presId="urn:microsoft.com/office/officeart/2005/8/layout/hList7"/>
    <dgm:cxn modelId="{38C07CB8-E5CA-4324-B683-562533162B9C}" type="presParOf" srcId="{A7DCFE89-C1E8-425F-8C67-D28FB852C184}" destId="{5A82625F-503D-4C13-9C07-32E1A7B9319B}" srcOrd="1" destOrd="0" presId="urn:microsoft.com/office/officeart/2005/8/layout/hList7"/>
    <dgm:cxn modelId="{31AA0756-29F3-49FC-92E5-6BD932DFC87E}" type="presParOf" srcId="{A7DCFE89-C1E8-425F-8C67-D28FB852C184}" destId="{7169A007-C60A-4DD7-9BEA-1AE8D7BCFD48}" srcOrd="2" destOrd="0" presId="urn:microsoft.com/office/officeart/2005/8/layout/hList7"/>
    <dgm:cxn modelId="{84C1573D-87D6-436A-8899-A2096F7A795A}" type="presParOf" srcId="{A7DCFE89-C1E8-425F-8C67-D28FB852C184}" destId="{C4173147-0D0E-44B2-BC54-2EE59038790A}" srcOrd="3" destOrd="0" presId="urn:microsoft.com/office/officeart/2005/8/layout/hList7"/>
    <dgm:cxn modelId="{69E12E89-01B9-4729-98EE-AF765189F064}" type="presParOf" srcId="{2F4D7C6D-9CB8-4D7B-98E1-917C0A9E13E5}" destId="{0F21A3E6-0979-445E-9628-BE1F2C5915BF}" srcOrd="5" destOrd="0" presId="urn:microsoft.com/office/officeart/2005/8/layout/hList7"/>
    <dgm:cxn modelId="{69010472-7036-48D6-A646-80A627DA4333}" type="presParOf" srcId="{2F4D7C6D-9CB8-4D7B-98E1-917C0A9E13E5}" destId="{0F8D7D82-D2C3-4B2A-9D14-510F43B41F35}" srcOrd="6" destOrd="0" presId="urn:microsoft.com/office/officeart/2005/8/layout/hList7"/>
    <dgm:cxn modelId="{F0DD4B84-F85D-49DC-B431-A9030C4B5910}" type="presParOf" srcId="{0F8D7D82-D2C3-4B2A-9D14-510F43B41F35}" destId="{C9D11BFE-E858-46F5-B2EA-1E29CE826596}" srcOrd="0" destOrd="0" presId="urn:microsoft.com/office/officeart/2005/8/layout/hList7"/>
    <dgm:cxn modelId="{92BB8442-DA74-4040-8C58-4B42F6540EF2}" type="presParOf" srcId="{0F8D7D82-D2C3-4B2A-9D14-510F43B41F35}" destId="{EEC8A788-1AC4-4E6D-834A-FA09F4C34437}" srcOrd="1" destOrd="0" presId="urn:microsoft.com/office/officeart/2005/8/layout/hList7"/>
    <dgm:cxn modelId="{8D45D8DF-1A4C-4536-97F4-E7106DF53B86}" type="presParOf" srcId="{0F8D7D82-D2C3-4B2A-9D14-510F43B41F35}" destId="{143385E1-1036-40B3-AED0-52657EA7D0CA}" srcOrd="2" destOrd="0" presId="urn:microsoft.com/office/officeart/2005/8/layout/hList7"/>
    <dgm:cxn modelId="{0D98193B-B547-4583-85FD-24D0D4AD3CED}" type="presParOf" srcId="{0F8D7D82-D2C3-4B2A-9D14-510F43B41F35}" destId="{87DE9179-8258-47B0-85B1-055FCDB78366}" srcOrd="3" destOrd="0" presId="urn:microsoft.com/office/officeart/2005/8/layout/hList7"/>
    <dgm:cxn modelId="{A5970F59-FE0E-49AC-BC35-95BF2ECBD282}" type="presParOf" srcId="{2F4D7C6D-9CB8-4D7B-98E1-917C0A9E13E5}" destId="{8E30572F-5F1F-49D8-9456-17C3126280A3}" srcOrd="7" destOrd="0" presId="urn:microsoft.com/office/officeart/2005/8/layout/hList7"/>
    <dgm:cxn modelId="{2B36F604-239E-4A50-BA89-24ECB5C5202B}" type="presParOf" srcId="{2F4D7C6D-9CB8-4D7B-98E1-917C0A9E13E5}" destId="{6B1E2EE2-A237-47F5-BBD1-6E41E239FA47}" srcOrd="8" destOrd="0" presId="urn:microsoft.com/office/officeart/2005/8/layout/hList7"/>
    <dgm:cxn modelId="{43F6BED0-A6A1-4A4F-8674-8EAA1B89E122}" type="presParOf" srcId="{6B1E2EE2-A237-47F5-BBD1-6E41E239FA47}" destId="{2533D862-5FA7-447A-95A3-3928C7E37CA1}" srcOrd="0" destOrd="0" presId="urn:microsoft.com/office/officeart/2005/8/layout/hList7"/>
    <dgm:cxn modelId="{F5FD954B-DEA7-4F8C-A403-EEDF13372B3D}" type="presParOf" srcId="{6B1E2EE2-A237-47F5-BBD1-6E41E239FA47}" destId="{B7863D6E-4501-49FC-BCEF-BB9A8E72CEE7}" srcOrd="1" destOrd="0" presId="urn:microsoft.com/office/officeart/2005/8/layout/hList7"/>
    <dgm:cxn modelId="{DAEBE10A-F930-44AC-9C2C-6CB7A773D3A6}" type="presParOf" srcId="{6B1E2EE2-A237-47F5-BBD1-6E41E239FA47}" destId="{F876366B-6A33-4038-A62C-5143E9195DD6}" srcOrd="2" destOrd="0" presId="urn:microsoft.com/office/officeart/2005/8/layout/hList7"/>
    <dgm:cxn modelId="{4FC2D569-BDE6-4678-A855-3936621EB69F}" type="presParOf" srcId="{6B1E2EE2-A237-47F5-BBD1-6E41E239FA47}" destId="{00331D76-9422-4512-AFA3-9B2020EB2E7E}" srcOrd="3" destOrd="0" presId="urn:microsoft.com/office/officeart/2005/8/layout/hList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4D4E6B6-63D8-4E31-BDD8-E558FB845222}">
      <dsp:nvSpPr>
        <dsp:cNvPr id="0" name=""/>
        <dsp:cNvSpPr/>
      </dsp:nvSpPr>
      <dsp:spPr>
        <a:xfrm>
          <a:off x="256004" y="0"/>
          <a:ext cx="2901384" cy="2580829"/>
        </a:xfrm>
        <a:prstGeom prst="rightArrow">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2DE497D-9441-46B6-B5AC-9161D6FF838E}">
      <dsp:nvSpPr>
        <dsp:cNvPr id="0" name=""/>
        <dsp:cNvSpPr/>
      </dsp:nvSpPr>
      <dsp:spPr>
        <a:xfrm>
          <a:off x="0" y="774248"/>
          <a:ext cx="3413393" cy="1032332"/>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0020" tIns="160020" rIns="160020" bIns="160020" numCol="1" spcCol="1270" anchor="ctr" anchorCtr="0">
          <a:noAutofit/>
        </a:bodyPr>
        <a:lstStyle/>
        <a:p>
          <a:pPr marL="0" lvl="0" indent="0" algn="ctr" defTabSz="1866900">
            <a:lnSpc>
              <a:spcPct val="90000"/>
            </a:lnSpc>
            <a:spcBef>
              <a:spcPct val="0"/>
            </a:spcBef>
            <a:spcAft>
              <a:spcPct val="35000"/>
            </a:spcAft>
            <a:buNone/>
          </a:pPr>
          <a:r>
            <a:rPr lang="en-US" sz="4200" b="1" kern="1200" dirty="0"/>
            <a:t>The Big Plan</a:t>
          </a:r>
          <a:endParaRPr lang="en-US" sz="4200" kern="1200" dirty="0"/>
        </a:p>
      </dsp:txBody>
      <dsp:txXfrm>
        <a:off x="50394" y="824642"/>
        <a:ext cx="3312605" cy="93154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C2ABE2-2461-4FEE-98DB-D72C3C695319}">
      <dsp:nvSpPr>
        <dsp:cNvPr id="0" name=""/>
        <dsp:cNvSpPr/>
      </dsp:nvSpPr>
      <dsp:spPr>
        <a:xfrm>
          <a:off x="0" y="0"/>
          <a:ext cx="2053828" cy="4351338"/>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sz="2400" b="1" kern="1200" dirty="0"/>
            <a:t>What’s our history of project planning? </a:t>
          </a:r>
          <a:endParaRPr lang="en-US" sz="2400" kern="1200" dirty="0"/>
        </a:p>
      </dsp:txBody>
      <dsp:txXfrm>
        <a:off x="0" y="1740535"/>
        <a:ext cx="2053828" cy="1740535"/>
      </dsp:txXfrm>
    </dsp:sp>
    <dsp:sp modelId="{A2D152C0-C808-4068-9859-F8315F401C69}">
      <dsp:nvSpPr>
        <dsp:cNvPr id="0" name=""/>
        <dsp:cNvSpPr/>
      </dsp:nvSpPr>
      <dsp:spPr>
        <a:xfrm>
          <a:off x="302416" y="261080"/>
          <a:ext cx="1448995" cy="1448995"/>
        </a:xfrm>
        <a:prstGeom prst="ellipse">
          <a:avLst/>
        </a:prstGeom>
        <a:solidFill>
          <a:schemeClr val="accent1">
            <a:tint val="50000"/>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EC277FA-4754-4E0E-804C-600E09C957BB}">
      <dsp:nvSpPr>
        <dsp:cNvPr id="0" name=""/>
        <dsp:cNvSpPr/>
      </dsp:nvSpPr>
      <dsp:spPr>
        <a:xfrm>
          <a:off x="2115442" y="0"/>
          <a:ext cx="2053828" cy="4351338"/>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sz="2400" b="1" kern="1200" dirty="0"/>
            <a:t>What’s Your Role? </a:t>
          </a:r>
          <a:endParaRPr lang="en-US" sz="2400" kern="1200" dirty="0"/>
        </a:p>
      </dsp:txBody>
      <dsp:txXfrm>
        <a:off x="2115442" y="1740535"/>
        <a:ext cx="2053828" cy="1740535"/>
      </dsp:txXfrm>
    </dsp:sp>
    <dsp:sp modelId="{76EC3ED5-66D7-4586-9F96-C1F0F667FD7F}">
      <dsp:nvSpPr>
        <dsp:cNvPr id="0" name=""/>
        <dsp:cNvSpPr/>
      </dsp:nvSpPr>
      <dsp:spPr>
        <a:xfrm>
          <a:off x="2417859" y="261080"/>
          <a:ext cx="1448995" cy="1448995"/>
        </a:xfrm>
        <a:prstGeom prst="ellipse">
          <a:avLst/>
        </a:prstGeom>
        <a:solidFill>
          <a:schemeClr val="accent1">
            <a:tint val="50000"/>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E1312DD-A460-4178-BEEF-585593E14455}">
      <dsp:nvSpPr>
        <dsp:cNvPr id="0" name=""/>
        <dsp:cNvSpPr/>
      </dsp:nvSpPr>
      <dsp:spPr>
        <a:xfrm>
          <a:off x="4230885" y="0"/>
          <a:ext cx="2053828" cy="4351338"/>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sz="2400" b="1" kern="1200" dirty="0"/>
            <a:t>How Much Juice Do You Have?</a:t>
          </a:r>
          <a:endParaRPr lang="en-US" sz="2400" kern="1200" dirty="0"/>
        </a:p>
      </dsp:txBody>
      <dsp:txXfrm>
        <a:off x="4230885" y="1740535"/>
        <a:ext cx="2053828" cy="1740535"/>
      </dsp:txXfrm>
    </dsp:sp>
    <dsp:sp modelId="{C4173147-0D0E-44B2-BC54-2EE59038790A}">
      <dsp:nvSpPr>
        <dsp:cNvPr id="0" name=""/>
        <dsp:cNvSpPr/>
      </dsp:nvSpPr>
      <dsp:spPr>
        <a:xfrm>
          <a:off x="4533302" y="261080"/>
          <a:ext cx="1448995" cy="1448995"/>
        </a:xfrm>
        <a:prstGeom prst="ellipse">
          <a:avLst/>
        </a:prstGeom>
        <a:solidFill>
          <a:schemeClr val="accent1">
            <a:tint val="50000"/>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9D11BFE-E858-46F5-B2EA-1E29CE826596}">
      <dsp:nvSpPr>
        <dsp:cNvPr id="0" name=""/>
        <dsp:cNvSpPr/>
      </dsp:nvSpPr>
      <dsp:spPr>
        <a:xfrm>
          <a:off x="6346328" y="0"/>
          <a:ext cx="2053828" cy="4351338"/>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sz="2400" b="1" kern="1200" dirty="0"/>
            <a:t>Who is Your Patron?</a:t>
          </a:r>
          <a:endParaRPr lang="en-US" sz="2400" kern="1200" dirty="0"/>
        </a:p>
      </dsp:txBody>
      <dsp:txXfrm>
        <a:off x="6346328" y="1740535"/>
        <a:ext cx="2053828" cy="1740535"/>
      </dsp:txXfrm>
    </dsp:sp>
    <dsp:sp modelId="{87DE9179-8258-47B0-85B1-055FCDB78366}">
      <dsp:nvSpPr>
        <dsp:cNvPr id="0" name=""/>
        <dsp:cNvSpPr/>
      </dsp:nvSpPr>
      <dsp:spPr>
        <a:xfrm>
          <a:off x="6648745" y="261080"/>
          <a:ext cx="1448995" cy="1448995"/>
        </a:xfrm>
        <a:prstGeom prst="ellipse">
          <a:avLst/>
        </a:prstGeom>
        <a:solidFill>
          <a:schemeClr val="accent1">
            <a:tint val="50000"/>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533D862-5FA7-447A-95A3-3928C7E37CA1}">
      <dsp:nvSpPr>
        <dsp:cNvPr id="0" name=""/>
        <dsp:cNvSpPr/>
      </dsp:nvSpPr>
      <dsp:spPr>
        <a:xfrm>
          <a:off x="8461771" y="0"/>
          <a:ext cx="2053828" cy="4351338"/>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sz="2400" b="1" kern="1200" dirty="0"/>
            <a:t>What Kind of Plan is it?</a:t>
          </a:r>
          <a:endParaRPr lang="en-US" sz="2400" kern="1200" dirty="0"/>
        </a:p>
      </dsp:txBody>
      <dsp:txXfrm>
        <a:off x="8461771" y="1740535"/>
        <a:ext cx="2053828" cy="1740535"/>
      </dsp:txXfrm>
    </dsp:sp>
    <dsp:sp modelId="{00331D76-9422-4512-AFA3-9B2020EB2E7E}">
      <dsp:nvSpPr>
        <dsp:cNvPr id="0" name=""/>
        <dsp:cNvSpPr/>
      </dsp:nvSpPr>
      <dsp:spPr>
        <a:xfrm>
          <a:off x="8764188" y="261080"/>
          <a:ext cx="1448995" cy="1448995"/>
        </a:xfrm>
        <a:prstGeom prst="ellipse">
          <a:avLst/>
        </a:prstGeom>
        <a:solidFill>
          <a:schemeClr val="accent1">
            <a:tint val="50000"/>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FFE8FC7-56E3-4CC4-BDCC-70D05C93CE67}">
      <dsp:nvSpPr>
        <dsp:cNvPr id="0" name=""/>
        <dsp:cNvSpPr/>
      </dsp:nvSpPr>
      <dsp:spPr>
        <a:xfrm>
          <a:off x="420623" y="3481070"/>
          <a:ext cx="9674352" cy="652700"/>
        </a:xfrm>
        <a:prstGeom prst="leftRightArrow">
          <a:avLst/>
        </a:prstGeom>
        <a:solidFill>
          <a:schemeClr val="accent1">
            <a:tint val="60000"/>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E2A19A9-FA46-4B86-AB4B-3EECAD4EA5A1}" type="datetimeFigureOut">
              <a:rPr lang="en-US" smtClean="0"/>
              <a:t>9/28/2025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6DB9FF3-43FA-4DF8-86E5-8E9F07331F79}" type="slidenum">
              <a:rPr lang="en-US" smtClean="0"/>
              <a:t>‹#›</a:t>
            </a:fld>
            <a:endParaRPr lang="en-US"/>
          </a:p>
        </p:txBody>
      </p:sp>
    </p:spTree>
    <p:extLst>
      <p:ext uri="{BB962C8B-B14F-4D97-AF65-F5344CB8AC3E}">
        <p14:creationId xmlns:p14="http://schemas.microsoft.com/office/powerpoint/2010/main" val="10871616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 by realizing you are officially planning, and official planning doesn’t  start with the project itself. It starts with the PM’s environment.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07571107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 the flow of works when preparing the scope for a project.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354183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big question is about your organization’s history of successfully completing projects. Are they good at it? Ask: does everyone handle projects the same way? why was this project a success? What went wrong with that one? What can you learn from past projects?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834874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make sure that you are the official Project Manager, or that the team does have an assigned leader.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003324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second part to this question is establishing your formal role in the process. For example, are you part of a consulting team.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563580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5267225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Read.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6200479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Every PM should have a Patron, a higher-up with some power to help them.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0471965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136321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885368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Read.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7540447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Finally, everyone should agree on the size of the plan, it’s general limits and purpose. For example, it is a long-term plan or more of a short-term, strategic 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0349234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Learn the difference between these two types of plans.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05609272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1814701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Take these steps when deciding what type of project you’ll have.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4477366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It </a:t>
            </a:r>
            <a:r>
              <a:rPr lang="en-US" b="0" dirty="0"/>
              <a:t>means </a:t>
            </a:r>
            <a:r>
              <a:rPr lang="en-US" sz="9600" b="0" dirty="0">
                <a:solidFill>
                  <a:srgbClr val="0070C0"/>
                </a:solidFill>
              </a:rPr>
              <a:t>Rob &amp; Duplicate.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2882651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6888586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I’ve done 20 comprehensive land use plans for cities, but every time I have a new one, I start with a search – something like new trends in comp plans.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414504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look for interesting hits.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1429994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follow up. I’m working to stay current because how plans are carried out are constantly evolving.</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4653670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example, I checked Atlanta’s most recent plan.</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7200800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looked interesting.</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5883607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 ended up “stealing” their idea to create a color-coded map of neighborhoods. They, no doubt, stole the idea form some other </a:t>
            </a:r>
            <a:r>
              <a:rPr lang="en-US" dirty="0" err="1"/>
              <a:t>cityt</a:t>
            </a:r>
            <a:r>
              <a:rPr lang="en-US" dirty="0"/>
              <a: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C5CC73-2D23-43DC-AAC7-28CFABABC5FD}"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124387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EA67E988-5919-57BB-C7DE-D3EAD38A3045}"/>
              </a:ext>
              <a:ext uri="{C183D7F6-B498-43B3-948B-1728B52AA6E4}">
                <adec:decorative xmlns:adec="http://schemas.microsoft.com/office/drawing/2017/decorative" val="1"/>
              </a:ext>
            </a:extLst>
          </p:cNvPr>
          <p:cNvSpPr/>
          <p:nvPr/>
        </p:nvSpPr>
        <p:spPr>
          <a:xfrm>
            <a:off x="517870" y="6209925"/>
            <a:ext cx="11155680" cy="45719"/>
          </a:xfrm>
          <a:custGeom>
            <a:avLst/>
            <a:gdLst>
              <a:gd name="connsiteX0" fmla="*/ 0 w 8715708"/>
              <a:gd name="connsiteY0" fmla="*/ 0 h 45719"/>
              <a:gd name="connsiteX1" fmla="*/ 3694525 w 8715708"/>
              <a:gd name="connsiteY1" fmla="*/ 0 h 45719"/>
              <a:gd name="connsiteX2" fmla="*/ 5021183 w 8715708"/>
              <a:gd name="connsiteY2" fmla="*/ 0 h 45719"/>
              <a:gd name="connsiteX3" fmla="*/ 8715708 w 8715708"/>
              <a:gd name="connsiteY3" fmla="*/ 0 h 45719"/>
              <a:gd name="connsiteX4" fmla="*/ 8715708 w 8715708"/>
              <a:gd name="connsiteY4" fmla="*/ 45719 h 45719"/>
              <a:gd name="connsiteX5" fmla="*/ 5021183 w 8715708"/>
              <a:gd name="connsiteY5" fmla="*/ 45719 h 45719"/>
              <a:gd name="connsiteX6" fmla="*/ 3694525 w 8715708"/>
              <a:gd name="connsiteY6" fmla="*/ 45719 h 45719"/>
              <a:gd name="connsiteX7" fmla="*/ 0 w 8715708"/>
              <a:gd name="connsiteY7" fmla="*/ 45719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15708" h="45719">
                <a:moveTo>
                  <a:pt x="0" y="0"/>
                </a:moveTo>
                <a:lnTo>
                  <a:pt x="3694525" y="0"/>
                </a:lnTo>
                <a:lnTo>
                  <a:pt x="5021183" y="0"/>
                </a:lnTo>
                <a:lnTo>
                  <a:pt x="8715708" y="0"/>
                </a:lnTo>
                <a:lnTo>
                  <a:pt x="8715708" y="45719"/>
                </a:lnTo>
                <a:lnTo>
                  <a:pt x="5021183" y="45719"/>
                </a:lnTo>
                <a:lnTo>
                  <a:pt x="3694525" y="45719"/>
                </a:lnTo>
                <a:lnTo>
                  <a:pt x="0" y="4571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B2327B2-BA4B-2C04-0751-5CB63D4AA425}"/>
              </a:ext>
            </a:extLst>
          </p:cNvPr>
          <p:cNvSpPr>
            <a:spLocks noGrp="1"/>
          </p:cNvSpPr>
          <p:nvPr>
            <p:ph type="ctrTitle"/>
          </p:nvPr>
        </p:nvSpPr>
        <p:spPr>
          <a:xfrm>
            <a:off x="521208" y="978408"/>
            <a:ext cx="11155680" cy="3429000"/>
          </a:xfrm>
        </p:spPr>
        <p:txBody>
          <a:bodyPr anchor="t">
            <a:normAutofit/>
          </a:bodyPr>
          <a:lstStyle>
            <a:lvl1pPr algn="l">
              <a:defRPr sz="7200"/>
            </a:lvl1pPr>
          </a:lstStyle>
          <a:p>
            <a:r>
              <a:rPr lang="en-US" dirty="0"/>
              <a:t>Click to edit Master title style</a:t>
            </a:r>
          </a:p>
        </p:txBody>
      </p:sp>
      <p:sp>
        <p:nvSpPr>
          <p:cNvPr id="3" name="Subtitle 2">
            <a:extLst>
              <a:ext uri="{FF2B5EF4-FFF2-40B4-BE49-F238E27FC236}">
                <a16:creationId xmlns:a16="http://schemas.microsoft.com/office/drawing/2014/main" id="{E7201176-DC7A-4C3D-3D8F-352526DA7B5D}"/>
              </a:ext>
            </a:extLst>
          </p:cNvPr>
          <p:cNvSpPr>
            <a:spLocks noGrp="1"/>
          </p:cNvSpPr>
          <p:nvPr>
            <p:ph type="subTitle" idx="1"/>
          </p:nvPr>
        </p:nvSpPr>
        <p:spPr>
          <a:xfrm>
            <a:off x="521208" y="4480560"/>
            <a:ext cx="7104888" cy="1399032"/>
          </a:xfrm>
        </p:spPr>
        <p:txBody>
          <a:bodyPr anchor="b">
            <a:normAutofit/>
          </a:bodyPr>
          <a:lstStyle>
            <a:lvl1pPr marL="0" indent="0" algn="l">
              <a:buNone/>
              <a:defRPr sz="2200" i="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C67DC221-9A2E-7459-102F-C3CFB27CC389}"/>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5" name="Footer Placeholder 4">
            <a:extLst>
              <a:ext uri="{FF2B5EF4-FFF2-40B4-BE49-F238E27FC236}">
                <a16:creationId xmlns:a16="http://schemas.microsoft.com/office/drawing/2014/main" id="{A5020671-6F7D-3A03-EEC1-661A87F96F4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2453D3A-E0F9-8386-2A6C-96671FBB15A5}"/>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6673501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A26D03-149A-DAB3-4B2A-E9B74F2E251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3C1E73D-41A7-9934-0990-9208B952329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8BB2A3F-E719-673C-5D56-F663712D0E7F}"/>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5" name="Footer Placeholder 4">
            <a:extLst>
              <a:ext uri="{FF2B5EF4-FFF2-40B4-BE49-F238E27FC236}">
                <a16:creationId xmlns:a16="http://schemas.microsoft.com/office/drawing/2014/main" id="{04AE594A-52F5-D85E-343C-ADFEE3C72E0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07D5C9C-B2E2-FC26-E459-9E880EF975BA}"/>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39890823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29D51F-B2D5-2804-4F7C-C99850FBD05B}"/>
              </a:ext>
            </a:extLst>
          </p:cNvPr>
          <p:cNvSpPr>
            <a:spLocks noGrp="1"/>
          </p:cNvSpPr>
          <p:nvPr>
            <p:ph type="title"/>
          </p:nvPr>
        </p:nvSpPr>
        <p:spPr>
          <a:xfrm>
            <a:off x="521208" y="978408"/>
            <a:ext cx="5020056" cy="4288536"/>
          </a:xfrm>
        </p:spPr>
        <p:txBody>
          <a:bodyPr anchor="t">
            <a:normAutofit/>
          </a:bodyPr>
          <a:lstStyle>
            <a:lvl1pPr>
              <a:defRPr sz="5400"/>
            </a:lvl1pPr>
          </a:lstStyle>
          <a:p>
            <a:r>
              <a:rPr lang="en-US" dirty="0"/>
              <a:t>Click to edit Master title style</a:t>
            </a:r>
          </a:p>
        </p:txBody>
      </p:sp>
      <p:sp>
        <p:nvSpPr>
          <p:cNvPr id="3" name="Text Placeholder 2">
            <a:extLst>
              <a:ext uri="{FF2B5EF4-FFF2-40B4-BE49-F238E27FC236}">
                <a16:creationId xmlns:a16="http://schemas.microsoft.com/office/drawing/2014/main" id="{15FE5516-03B6-C488-EB4A-68AE681EDFB8}"/>
              </a:ext>
            </a:extLst>
          </p:cNvPr>
          <p:cNvSpPr>
            <a:spLocks noGrp="1"/>
          </p:cNvSpPr>
          <p:nvPr>
            <p:ph type="body" idx="1"/>
          </p:nvPr>
        </p:nvSpPr>
        <p:spPr>
          <a:xfrm>
            <a:off x="521208" y="5266944"/>
            <a:ext cx="5020056" cy="1088136"/>
          </a:xfrm>
        </p:spPr>
        <p:txBody>
          <a:bodyPr anchor="b">
            <a:normAutofit/>
          </a:bodyPr>
          <a:lstStyle>
            <a:lvl1pPr marL="0" indent="0">
              <a:buNone/>
              <a:defRPr sz="2200" i="1">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dirty="0"/>
              <a:t>Click to edit Master text styles</a:t>
            </a:r>
          </a:p>
        </p:txBody>
      </p:sp>
      <p:sp>
        <p:nvSpPr>
          <p:cNvPr id="4" name="Date Placeholder 3">
            <a:extLst>
              <a:ext uri="{FF2B5EF4-FFF2-40B4-BE49-F238E27FC236}">
                <a16:creationId xmlns:a16="http://schemas.microsoft.com/office/drawing/2014/main" id="{50ECB4D7-49A7-D050-70B9-11A1E2D445D8}"/>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5" name="Footer Placeholder 4">
            <a:extLst>
              <a:ext uri="{FF2B5EF4-FFF2-40B4-BE49-F238E27FC236}">
                <a16:creationId xmlns:a16="http://schemas.microsoft.com/office/drawing/2014/main" id="{8A9A913F-AD00-C1EE-B01A-8590671C014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14FC386-B2AF-6FAD-D053-E22D48CD7285}"/>
              </a:ext>
            </a:extLst>
          </p:cNvPr>
          <p:cNvSpPr>
            <a:spLocks noGrp="1"/>
          </p:cNvSpPr>
          <p:nvPr>
            <p:ph type="sldNum" sz="quarter" idx="12"/>
          </p:nvPr>
        </p:nvSpPr>
        <p:spPr/>
        <p:txBody>
          <a:bodyPr/>
          <a:lstStyle/>
          <a:p>
            <a:fld id="{148CC95F-0247-41B6-91CF-DC97C76A7088}" type="slidenum">
              <a:rPr lang="en-US" smtClean="0"/>
              <a:t>‹#›</a:t>
            </a:fld>
            <a:endParaRPr lang="en-US"/>
          </a:p>
        </p:txBody>
      </p:sp>
      <p:sp>
        <p:nvSpPr>
          <p:cNvPr id="7" name="Rectangle 6">
            <a:extLst>
              <a:ext uri="{FF2B5EF4-FFF2-40B4-BE49-F238E27FC236}">
                <a16:creationId xmlns:a16="http://schemas.microsoft.com/office/drawing/2014/main" id="{4E1E1B67-3BFF-F04B-52F4-7E724FB3B24D}"/>
              </a:ext>
            </a:extLst>
          </p:cNvPr>
          <p:cNvSpPr/>
          <p:nvPr/>
        </p:nvSpPr>
        <p:spPr>
          <a:xfrm>
            <a:off x="517870" y="508090"/>
            <a:ext cx="5021183" cy="14927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969826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CE3B21-CF4D-1B01-0F4E-D32C1B218B63}"/>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1FB39FF2-6858-B514-B695-58442557D0C1}"/>
              </a:ext>
            </a:extLst>
          </p:cNvPr>
          <p:cNvSpPr>
            <a:spLocks noGrp="1"/>
          </p:cNvSpPr>
          <p:nvPr>
            <p:ph sz="half" idx="1"/>
          </p:nvPr>
        </p:nvSpPr>
        <p:spPr>
          <a:xfrm>
            <a:off x="521208" y="2578608"/>
            <a:ext cx="5166360" cy="37673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8FA30130-974D-B91D-5B93-EC52AABDB5B0}"/>
              </a:ext>
            </a:extLst>
          </p:cNvPr>
          <p:cNvSpPr>
            <a:spLocks noGrp="1"/>
          </p:cNvSpPr>
          <p:nvPr>
            <p:ph sz="half" idx="2"/>
          </p:nvPr>
        </p:nvSpPr>
        <p:spPr>
          <a:xfrm>
            <a:off x="6519672" y="2578608"/>
            <a:ext cx="5166360" cy="37673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515BED99-6FD7-9C6B-1152-A6E42715BB79}"/>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6" name="Footer Placeholder 5">
            <a:extLst>
              <a:ext uri="{FF2B5EF4-FFF2-40B4-BE49-F238E27FC236}">
                <a16:creationId xmlns:a16="http://schemas.microsoft.com/office/drawing/2014/main" id="{BA253AAC-5967-2565-A715-82D3505ABF0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4B51313-69FB-E016-3CC1-62CA476ED214}"/>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12233135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B3DF9D-B849-CE37-97E4-AD37F880677F}"/>
              </a:ext>
            </a:extLst>
          </p:cNvPr>
          <p:cNvSpPr>
            <a:spLocks noGrp="1"/>
          </p:cNvSpPr>
          <p:nvPr>
            <p:ph type="title"/>
          </p:nvPr>
        </p:nvSpPr>
        <p:spPr>
          <a:xfrm>
            <a:off x="521208" y="978408"/>
            <a:ext cx="11164824" cy="1216152"/>
          </a:xfrm>
        </p:spPr>
        <p:txBody>
          <a:bodyPr/>
          <a:lstStyle/>
          <a:p>
            <a:r>
              <a:rPr lang="en-US"/>
              <a:t>Click to edit Master title style</a:t>
            </a:r>
          </a:p>
        </p:txBody>
      </p:sp>
      <p:sp>
        <p:nvSpPr>
          <p:cNvPr id="3" name="Text Placeholder 2">
            <a:extLst>
              <a:ext uri="{FF2B5EF4-FFF2-40B4-BE49-F238E27FC236}">
                <a16:creationId xmlns:a16="http://schemas.microsoft.com/office/drawing/2014/main" id="{79D4C626-4008-960A-E601-6AA9F4BB8D8B}"/>
              </a:ext>
            </a:extLst>
          </p:cNvPr>
          <p:cNvSpPr>
            <a:spLocks noGrp="1"/>
          </p:cNvSpPr>
          <p:nvPr>
            <p:ph type="body" idx="1"/>
          </p:nvPr>
        </p:nvSpPr>
        <p:spPr>
          <a:xfrm>
            <a:off x="521208" y="2340864"/>
            <a:ext cx="5166360" cy="658368"/>
          </a:xfrm>
        </p:spPr>
        <p:txBody>
          <a:bodyPr anchor="b">
            <a:normAutofit/>
          </a:bodyPr>
          <a:lstStyle>
            <a:lvl1pPr marL="0" indent="0">
              <a:buNone/>
              <a:defRPr sz="2200" b="0" i="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806E8D6C-AC07-ED6B-2EA8-9C40A5AEA748}"/>
              </a:ext>
            </a:extLst>
          </p:cNvPr>
          <p:cNvSpPr>
            <a:spLocks noGrp="1"/>
          </p:cNvSpPr>
          <p:nvPr>
            <p:ph sz="half" idx="2"/>
          </p:nvPr>
        </p:nvSpPr>
        <p:spPr>
          <a:xfrm>
            <a:off x="521208" y="3035808"/>
            <a:ext cx="5166360" cy="331012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3C52617E-C6D9-246B-E7B7-8159DF17C0A3}"/>
              </a:ext>
            </a:extLst>
          </p:cNvPr>
          <p:cNvSpPr>
            <a:spLocks noGrp="1"/>
          </p:cNvSpPr>
          <p:nvPr>
            <p:ph type="body" sz="quarter" idx="3"/>
          </p:nvPr>
        </p:nvSpPr>
        <p:spPr>
          <a:xfrm>
            <a:off x="6519672" y="2340864"/>
            <a:ext cx="5166360" cy="658368"/>
          </a:xfrm>
        </p:spPr>
        <p:txBody>
          <a:bodyPr anchor="b">
            <a:normAutofit/>
          </a:bodyPr>
          <a:lstStyle>
            <a:lvl1pPr marL="0" indent="0">
              <a:buNone/>
              <a:defRPr sz="2200" b="0" i="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3DBC2094-7EBC-02C5-5AB5-233E63080A9C}"/>
              </a:ext>
            </a:extLst>
          </p:cNvPr>
          <p:cNvSpPr>
            <a:spLocks noGrp="1"/>
          </p:cNvSpPr>
          <p:nvPr>
            <p:ph sz="quarter" idx="4"/>
          </p:nvPr>
        </p:nvSpPr>
        <p:spPr>
          <a:xfrm>
            <a:off x="6519672" y="3035808"/>
            <a:ext cx="5166360" cy="331012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a:extLst>
              <a:ext uri="{FF2B5EF4-FFF2-40B4-BE49-F238E27FC236}">
                <a16:creationId xmlns:a16="http://schemas.microsoft.com/office/drawing/2014/main" id="{23010BD2-59B4-FD2E-3C5E-C83AE6003985}"/>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8" name="Footer Placeholder 7">
            <a:extLst>
              <a:ext uri="{FF2B5EF4-FFF2-40B4-BE49-F238E27FC236}">
                <a16:creationId xmlns:a16="http://schemas.microsoft.com/office/drawing/2014/main" id="{E72B35C4-A654-7759-BDA0-94D9D1A21663}"/>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F55F4347-2EC0-CA6E-2637-8048456D7ECB}"/>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165121217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34716D-52F2-C7FB-83B1-2DA1AD375EAE}"/>
              </a:ext>
            </a:extLst>
          </p:cNvPr>
          <p:cNvSpPr>
            <a:spLocks noGrp="1"/>
          </p:cNvSpPr>
          <p:nvPr>
            <p:ph type="title"/>
          </p:nvPr>
        </p:nvSpPr>
        <p:spPr/>
        <p:txBody>
          <a:bodyPr/>
          <a:lstStyle/>
          <a:p>
            <a:r>
              <a:rPr lang="en-US" dirty="0"/>
              <a:t>Click to edit Master title style</a:t>
            </a:r>
          </a:p>
        </p:txBody>
      </p:sp>
      <p:sp>
        <p:nvSpPr>
          <p:cNvPr id="3" name="Date Placeholder 2">
            <a:extLst>
              <a:ext uri="{FF2B5EF4-FFF2-40B4-BE49-F238E27FC236}">
                <a16:creationId xmlns:a16="http://schemas.microsoft.com/office/drawing/2014/main" id="{56F4A371-AC27-6A28-32E6-74A28371BF55}"/>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4" name="Footer Placeholder 3">
            <a:extLst>
              <a:ext uri="{FF2B5EF4-FFF2-40B4-BE49-F238E27FC236}">
                <a16:creationId xmlns:a16="http://schemas.microsoft.com/office/drawing/2014/main" id="{D155941A-A24E-885D-E894-0326F4C4004D}"/>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99D5E5B4-971F-FF6A-1B07-A5C85370552D}"/>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38882590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99F431F-E6DC-4137-3092-A30A0A3628EC}"/>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3" name="Footer Placeholder 2">
            <a:extLst>
              <a:ext uri="{FF2B5EF4-FFF2-40B4-BE49-F238E27FC236}">
                <a16:creationId xmlns:a16="http://schemas.microsoft.com/office/drawing/2014/main" id="{06AC814B-67B4-C70F-FA51-6205D5E2CB8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1EAA9C9-D895-DD20-1089-EA75EA428951}"/>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106324635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B50562-884C-9053-70C1-3B72A0B45EA6}"/>
              </a:ext>
            </a:extLst>
          </p:cNvPr>
          <p:cNvSpPr>
            <a:spLocks noGrp="1"/>
          </p:cNvSpPr>
          <p:nvPr>
            <p:ph type="title"/>
          </p:nvPr>
        </p:nvSpPr>
        <p:spPr>
          <a:xfrm>
            <a:off x="521208" y="978408"/>
            <a:ext cx="5020056" cy="2459736"/>
          </a:xfrm>
        </p:spPr>
        <p:txBody>
          <a:bodyPr anchor="t">
            <a:noAutofit/>
          </a:bodyPr>
          <a:lstStyle>
            <a:lvl1pPr>
              <a:defRPr sz="4400"/>
            </a:lvl1pPr>
          </a:lstStyle>
          <a:p>
            <a:r>
              <a:rPr lang="en-US" dirty="0"/>
              <a:t>Click to edit Master title style</a:t>
            </a:r>
          </a:p>
        </p:txBody>
      </p:sp>
      <p:sp>
        <p:nvSpPr>
          <p:cNvPr id="3" name="Content Placeholder 2">
            <a:extLst>
              <a:ext uri="{FF2B5EF4-FFF2-40B4-BE49-F238E27FC236}">
                <a16:creationId xmlns:a16="http://schemas.microsoft.com/office/drawing/2014/main" id="{0318F509-68F0-39D5-1A8B-CE246715AE46}"/>
              </a:ext>
            </a:extLst>
          </p:cNvPr>
          <p:cNvSpPr>
            <a:spLocks noGrp="1"/>
          </p:cNvSpPr>
          <p:nvPr>
            <p:ph idx="1"/>
          </p:nvPr>
        </p:nvSpPr>
        <p:spPr>
          <a:xfrm>
            <a:off x="6519672" y="987424"/>
            <a:ext cx="5166360" cy="5358384"/>
          </a:xfrm>
        </p:spPr>
        <p:txBody>
          <a:bodyPr>
            <a:normAutofit/>
          </a:bodyPr>
          <a:lstStyle>
            <a:lvl1pPr>
              <a:defRPr sz="2000"/>
            </a:lvl1pPr>
            <a:lvl2pPr>
              <a:defRPr sz="1800"/>
            </a:lvl2pPr>
            <a:lvl3pPr>
              <a:defRPr sz="1600"/>
            </a:lvl3pPr>
            <a:lvl4pPr>
              <a:defRPr sz="1400"/>
            </a:lvl4pPr>
            <a:lvl5pPr>
              <a:defRPr sz="1400"/>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F158E37C-27CE-3A84-FC74-BDCCD8A9A3EC}"/>
              </a:ext>
            </a:extLst>
          </p:cNvPr>
          <p:cNvSpPr>
            <a:spLocks noGrp="1"/>
          </p:cNvSpPr>
          <p:nvPr>
            <p:ph type="body" sz="half" idx="2"/>
          </p:nvPr>
        </p:nvSpPr>
        <p:spPr>
          <a:xfrm>
            <a:off x="521208" y="3575304"/>
            <a:ext cx="5020056" cy="2770632"/>
          </a:xfrm>
        </p:spPr>
        <p:txBody>
          <a:bodyPr>
            <a:normAutofit/>
          </a:bodyPr>
          <a:lstStyle>
            <a:lvl1pPr marL="0" indent="0">
              <a:buNone/>
              <a:defRPr sz="2200" i="1"/>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2A95F79-E23E-11D2-40BF-66ED340195DB}"/>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6" name="Footer Placeholder 5">
            <a:extLst>
              <a:ext uri="{FF2B5EF4-FFF2-40B4-BE49-F238E27FC236}">
                <a16:creationId xmlns:a16="http://schemas.microsoft.com/office/drawing/2014/main" id="{4457F7FC-06F3-3D89-5D1A-4EC4B1D7355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554ACD5-6E0B-5713-DC9A-41E9D62AB12D}"/>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42105768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5B2D45-7CDB-D38C-2AAE-273F797674E1}"/>
              </a:ext>
            </a:extLst>
          </p:cNvPr>
          <p:cNvSpPr>
            <a:spLocks noGrp="1"/>
          </p:cNvSpPr>
          <p:nvPr>
            <p:ph type="title"/>
          </p:nvPr>
        </p:nvSpPr>
        <p:spPr>
          <a:xfrm>
            <a:off x="521208" y="978408"/>
            <a:ext cx="5020056" cy="2459736"/>
          </a:xfrm>
        </p:spPr>
        <p:txBody>
          <a:bodyPr anchor="t">
            <a:noAutofit/>
          </a:bodyPr>
          <a:lstStyle>
            <a:lvl1pPr>
              <a:defRPr sz="4400"/>
            </a:lvl1pPr>
          </a:lstStyle>
          <a:p>
            <a:r>
              <a:rPr lang="en-US" dirty="0"/>
              <a:t>Click to edit Master title style</a:t>
            </a:r>
          </a:p>
        </p:txBody>
      </p:sp>
      <p:sp>
        <p:nvSpPr>
          <p:cNvPr id="3" name="Picture Placeholder 2">
            <a:extLst>
              <a:ext uri="{FF2B5EF4-FFF2-40B4-BE49-F238E27FC236}">
                <a16:creationId xmlns:a16="http://schemas.microsoft.com/office/drawing/2014/main" id="{CCBF0855-1744-56E4-B115-3A3C5EA7834B}"/>
              </a:ext>
            </a:extLst>
          </p:cNvPr>
          <p:cNvSpPr>
            <a:spLocks noGrp="1"/>
          </p:cNvSpPr>
          <p:nvPr>
            <p:ph type="pic" idx="1"/>
          </p:nvPr>
        </p:nvSpPr>
        <p:spPr>
          <a:xfrm>
            <a:off x="6519672" y="987424"/>
            <a:ext cx="5166360" cy="5358384"/>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385E8A1D-28AE-4A19-BD96-401D4822A53D}"/>
              </a:ext>
            </a:extLst>
          </p:cNvPr>
          <p:cNvSpPr>
            <a:spLocks noGrp="1"/>
          </p:cNvSpPr>
          <p:nvPr>
            <p:ph type="body" sz="half" idx="2"/>
          </p:nvPr>
        </p:nvSpPr>
        <p:spPr>
          <a:xfrm>
            <a:off x="521208" y="3575304"/>
            <a:ext cx="5020056" cy="2770632"/>
          </a:xfrm>
        </p:spPr>
        <p:txBody>
          <a:bodyPr>
            <a:normAutofit/>
          </a:bodyPr>
          <a:lstStyle>
            <a:lvl1pPr marL="0" indent="0">
              <a:buNone/>
              <a:defRPr sz="2200" i="1"/>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7327DDB-CE95-4C89-DFC5-7DDBFC24E89C}"/>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6" name="Footer Placeholder 5">
            <a:extLst>
              <a:ext uri="{FF2B5EF4-FFF2-40B4-BE49-F238E27FC236}">
                <a16:creationId xmlns:a16="http://schemas.microsoft.com/office/drawing/2014/main" id="{0522C835-F3B5-943C-FFC4-D5BA9666AF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8709891-6E3C-ADED-01DD-15FCED37AF4A}"/>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414350517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C36771-E72D-FAD8-771E-3E196DD2E1C8}"/>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B5BB827-257D-60D9-792F-E6959004297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E5D2E7-C856-F78A-E88C-375474982A5F}"/>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5" name="Footer Placeholder 4">
            <a:extLst>
              <a:ext uri="{FF2B5EF4-FFF2-40B4-BE49-F238E27FC236}">
                <a16:creationId xmlns:a16="http://schemas.microsoft.com/office/drawing/2014/main" id="{0FDAB289-9591-51C9-9E3C-B6F2ACC6A62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7FE037C-790D-7442-8E43-D2740B3952B1}"/>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320667693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2635151-A38B-3766-6A32-FF1DF7687D9F}"/>
              </a:ext>
            </a:extLst>
          </p:cNvPr>
          <p:cNvSpPr>
            <a:spLocks noGrp="1"/>
          </p:cNvSpPr>
          <p:nvPr>
            <p:ph type="title" orient="vert"/>
          </p:nvPr>
        </p:nvSpPr>
        <p:spPr>
          <a:xfrm>
            <a:off x="8659368" y="978408"/>
            <a:ext cx="2551176" cy="5367528"/>
          </a:xfrm>
        </p:spPr>
        <p:txBody>
          <a:bodyPr vert="eaVert"/>
          <a:lstStyle/>
          <a:p>
            <a:r>
              <a:rPr lang="en-US" dirty="0"/>
              <a:t>Click to edit Master title style</a:t>
            </a:r>
          </a:p>
        </p:txBody>
      </p:sp>
      <p:sp>
        <p:nvSpPr>
          <p:cNvPr id="3" name="Vertical Text Placeholder 2">
            <a:extLst>
              <a:ext uri="{FF2B5EF4-FFF2-40B4-BE49-F238E27FC236}">
                <a16:creationId xmlns:a16="http://schemas.microsoft.com/office/drawing/2014/main" id="{33D132D1-640C-FB9A-AD6F-D845738349F6}"/>
              </a:ext>
            </a:extLst>
          </p:cNvPr>
          <p:cNvSpPr>
            <a:spLocks noGrp="1"/>
          </p:cNvSpPr>
          <p:nvPr>
            <p:ph type="body" orient="vert" idx="1"/>
          </p:nvPr>
        </p:nvSpPr>
        <p:spPr>
          <a:xfrm>
            <a:off x="521208" y="978408"/>
            <a:ext cx="8010144" cy="5367528"/>
          </a:xfrm>
        </p:spPr>
        <p:txBody>
          <a:bodyPr vert="eaVert"/>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6955F80A-4BA7-8ED8-9A62-B92194272620}"/>
              </a:ext>
            </a:extLst>
          </p:cNvPr>
          <p:cNvSpPr>
            <a:spLocks noGrp="1"/>
          </p:cNvSpPr>
          <p:nvPr>
            <p:ph type="dt" sz="half" idx="10"/>
          </p:nvPr>
        </p:nvSpPr>
        <p:spPr/>
        <p:txBody>
          <a:bodyPr/>
          <a:lstStyle/>
          <a:p>
            <a:fld id="{E80C50CD-E178-4744-9B35-B2F624D6C5E9}" type="datetimeFigureOut">
              <a:rPr lang="en-US" smtClean="0"/>
              <a:t>9/28/2025</a:t>
            </a:fld>
            <a:endParaRPr lang="en-US"/>
          </a:p>
        </p:txBody>
      </p:sp>
      <p:sp>
        <p:nvSpPr>
          <p:cNvPr id="5" name="Footer Placeholder 4">
            <a:extLst>
              <a:ext uri="{FF2B5EF4-FFF2-40B4-BE49-F238E27FC236}">
                <a16:creationId xmlns:a16="http://schemas.microsoft.com/office/drawing/2014/main" id="{85E38113-D55A-A1A0-D1FE-53C95860FB6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8919DDB-F89D-4B2D-21A2-82AF1D1023E4}"/>
              </a:ext>
            </a:extLst>
          </p:cNvPr>
          <p:cNvSpPr>
            <a:spLocks noGrp="1"/>
          </p:cNvSpPr>
          <p:nvPr>
            <p:ph type="sldNum" sz="quarter" idx="12"/>
          </p:nvPr>
        </p:nvSpPr>
        <p:spPr/>
        <p:txBody>
          <a:bodyPr/>
          <a:lstStyle/>
          <a:p>
            <a:fld id="{148CC95F-0247-41B6-91CF-DC97C76A7088}" type="slidenum">
              <a:rPr lang="en-US" smtClean="0"/>
              <a:t>‹#›</a:t>
            </a:fld>
            <a:endParaRPr lang="en-US"/>
          </a:p>
        </p:txBody>
      </p:sp>
      <p:sp>
        <p:nvSpPr>
          <p:cNvPr id="7" name="Rectangle 6">
            <a:extLst>
              <a:ext uri="{FF2B5EF4-FFF2-40B4-BE49-F238E27FC236}">
                <a16:creationId xmlns:a16="http://schemas.microsoft.com/office/drawing/2014/main" id="{262572D8-D485-1DB1-34B1-C35C61C89940}"/>
              </a:ext>
            </a:extLst>
          </p:cNvPr>
          <p:cNvSpPr/>
          <p:nvPr/>
        </p:nvSpPr>
        <p:spPr>
          <a:xfrm rot="5400000">
            <a:off x="8936623" y="3585018"/>
            <a:ext cx="5325734" cy="14927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6099308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5771FA-BE16-4C1E-86D0-DC8A0B329AC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E4249172-0525-49D7-A2E8-DD77D0AEF39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91D11EA3-381A-499E-A133-8CA01CB7CD48}"/>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4F8B604E-7C2E-4FEC-AA3D-97FEAE58BA0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476043C-8401-4887-887B-9E41FEA9DA24}"/>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1687741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B0F157-DA10-4A11-A29B-50549C93476A}"/>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200FB92-069D-4BCF-AFFF-D6669C4FEBA6}"/>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CAB370-84AC-4D00-8918-4CEB78AC8279}"/>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70953B6E-2A04-48C5-B33D-F54F6A8779E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0BA076F-45FB-4745-91EC-D1F76C7145E9}"/>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34449213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EAFCD3-A38E-4C0C-99F0-70BA26480E3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EAAC9567-8BE3-4660-924E-B8F1C5F80FAE}"/>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14A124AE-C6BD-458E-994C-A6D0B0EE8378}"/>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D947A992-4F67-4DE5-8D3F-FD6443F3B40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AFE13F2-491D-420A-B326-DAD8D2758318}"/>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364970683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55F4AA-5195-4782-A216-9BE8D326465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0744A1C-BD6D-4446-9214-E36B77CA1BFE}"/>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F989C59-552C-4DD0-B95B-B557F0BE6220}"/>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269013F-3ED5-4315-B25A-92CA90D95364}"/>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6" name="Footer Placeholder 5">
            <a:extLst>
              <a:ext uri="{FF2B5EF4-FFF2-40B4-BE49-F238E27FC236}">
                <a16:creationId xmlns:a16="http://schemas.microsoft.com/office/drawing/2014/main" id="{F2310BE9-B419-4141-8EAA-CFBABC3F0A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FEB2B25-636C-49A9-A2AD-03474D97DB64}"/>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346117521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0C580F-5DE3-4802-AB94-5C551C56CAA8}"/>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9F06DEFB-C589-4867-B1A6-2F636336E04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C4072145-8E5B-40E1-955E-311B0ECEE08D}"/>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2605866-8DB6-4992-BDD7-07F154682FF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A596DCED-16F6-45C3-9DCC-3194AA7FF3F9}"/>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0869C04-23DD-49C9-A9CA-67FC48A17B34}"/>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8" name="Footer Placeholder 7">
            <a:extLst>
              <a:ext uri="{FF2B5EF4-FFF2-40B4-BE49-F238E27FC236}">
                <a16:creationId xmlns:a16="http://schemas.microsoft.com/office/drawing/2014/main" id="{0B0DED90-6357-473E-9649-9412162B81B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A360121F-D176-4BD8-A8AE-0EDF3436D73B}"/>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15865593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BE1BE2-3645-4604-AA51-CCA02B5A2C2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D8F1B2D3-2F30-4757-ACF9-6EAEC869FC3C}"/>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4" name="Footer Placeholder 3">
            <a:extLst>
              <a:ext uri="{FF2B5EF4-FFF2-40B4-BE49-F238E27FC236}">
                <a16:creationId xmlns:a16="http://schemas.microsoft.com/office/drawing/2014/main" id="{448B7B7B-0050-4B5B-842C-B81B75757760}"/>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B9F7F962-DE99-4D14-AF88-3918B8F59A82}"/>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166471385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7336AD3-A99A-4152-9828-DA9C8AC5088B}"/>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3" name="Footer Placeholder 2">
            <a:extLst>
              <a:ext uri="{FF2B5EF4-FFF2-40B4-BE49-F238E27FC236}">
                <a16:creationId xmlns:a16="http://schemas.microsoft.com/office/drawing/2014/main" id="{71FE5AFF-0B74-49EF-836A-6AB403A7EE5D}"/>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63525EFA-1A8E-48BE-BCF0-A4EDCA1916C9}"/>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8638000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515B29-6546-4270-8053-079AF003CE1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EB5F534A-7F7F-4C5A-ADD0-DF775C0A408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42DCEAE-DDC0-47C2-806B-2EA0D66FA1B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D5A841BC-169D-487B-866B-06193FB50550}"/>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6" name="Footer Placeholder 5">
            <a:extLst>
              <a:ext uri="{FF2B5EF4-FFF2-40B4-BE49-F238E27FC236}">
                <a16:creationId xmlns:a16="http://schemas.microsoft.com/office/drawing/2014/main" id="{F756DD77-C322-4158-B590-40B140DDEB30}"/>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7CD8DE7-664A-45BB-890E-353D2EAC0748}"/>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5188896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5D0D41-7458-4A2E-80B7-EDAF79A62AA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748A3135-255B-493E-A673-E4AD9888CF1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C252E37-FFA0-48E8-A4A3-FF5975E5839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88292746-D8A5-46E0-8DCF-F14A65F60362}"/>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6" name="Footer Placeholder 5">
            <a:extLst>
              <a:ext uri="{FF2B5EF4-FFF2-40B4-BE49-F238E27FC236}">
                <a16:creationId xmlns:a16="http://schemas.microsoft.com/office/drawing/2014/main" id="{847C0451-133E-4015-B1A7-1171A1BEFBB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D8C6061-593B-4067-BC28-F60009237A7B}"/>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62841523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6EC986-062D-4268-AAF8-628F962CE34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43DFF04-5BCB-4BCB-A68C-36DC2BFE35A4}"/>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4A146C0-7B1B-451D-98F1-CD73A586BBB1}"/>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EFD2749D-CAB0-4871-907A-8B5FB39E5CE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BE692D2-D623-4F67-88F3-370FB72B018E}"/>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14293519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C20A2EB-8377-4CAB-BD90-CE047EF81AC6}"/>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6EA36EDB-7A09-4D57-ABD4-16B46459250B}"/>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59B29B3-93C4-4FB7-9BD2-B7196BD476AA}"/>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4538B756-1600-499F-A625-3E554C34EC6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BEB865B-EE72-44AB-9195-7B97EF3E9065}"/>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15531615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bwMode="blackWhite">
          <a:xfrm>
            <a:off x="1600200" y="2386744"/>
            <a:ext cx="8991600" cy="1645920"/>
          </a:xfrm>
          <a:solidFill>
            <a:srgbClr val="FFFFFF"/>
          </a:solidFill>
          <a:ln w="38100">
            <a:solidFill>
              <a:srgbClr val="404040"/>
            </a:solidFill>
          </a:ln>
        </p:spPr>
        <p:txBody>
          <a:bodyPr lIns="274320" rIns="274320" anchor="ctr" anchorCtr="1">
            <a:normAutofit/>
          </a:bodyPr>
          <a:lstStyle>
            <a:lvl1pPr algn="ctr">
              <a:defRPr sz="2850">
                <a:solidFill>
                  <a:srgbClr val="262626"/>
                </a:solidFill>
              </a:defRPr>
            </a:lvl1pPr>
          </a:lstStyle>
          <a:p>
            <a:r>
              <a:rPr lang="en-US"/>
              <a:t>Click to edit Master title style</a:t>
            </a:r>
            <a:endParaRPr lang="en-US" dirty="0"/>
          </a:p>
        </p:txBody>
      </p:sp>
      <p:sp>
        <p:nvSpPr>
          <p:cNvPr id="3" name="Subtitle 2"/>
          <p:cNvSpPr>
            <a:spLocks noGrp="1"/>
          </p:cNvSpPr>
          <p:nvPr>
            <p:ph type="subTitle" idx="1"/>
          </p:nvPr>
        </p:nvSpPr>
        <p:spPr>
          <a:xfrm>
            <a:off x="2695195" y="4352544"/>
            <a:ext cx="6801612" cy="1239894"/>
          </a:xfrm>
          <a:noFill/>
        </p:spPr>
        <p:txBody>
          <a:bodyPr>
            <a:normAutofit/>
          </a:bodyPr>
          <a:lstStyle>
            <a:lvl1pPr marL="0" indent="0" algn="ctr">
              <a:buNone/>
              <a:defRPr sz="1500">
                <a:solidFill>
                  <a:schemeClr val="tx1">
                    <a:lumMod val="75000"/>
                    <a:lumOff val="25000"/>
                  </a:schemeClr>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7" name="Date Placeholder 6"/>
          <p:cNvSpPr>
            <a:spLocks noGrp="1"/>
          </p:cNvSpPr>
          <p:nvPr>
            <p:ph type="dt" sz="half" idx="10"/>
          </p:nvPr>
        </p:nvSpPr>
        <p:spPr/>
        <p:txBody>
          <a:bodyPr/>
          <a:lstStyle/>
          <a:p>
            <a:fld id="{BC1D1087-A499-403C-9706-56256D6A62D2}" type="datetimeFigureOut">
              <a:rPr lang="en-US" smtClean="0"/>
              <a:t>9/28/2025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91829727"/>
      </p:ext>
    </p:extLst>
  </p:cSld>
  <p:clrMapOvr>
    <a:overrideClrMapping bg1="dk1" tx1="lt1" bg2="dk2" tx2="lt2" accent1="accent1" accent2="accent2" accent3="accent3" accent4="accent4" accent5="accent5" accent6="accent6" hlink="hlink" folHlink="folHlink"/>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BC1D1087-A499-403C-9706-56256D6A62D2}" type="datetimeFigureOut">
              <a:rPr lang="en-US" smtClean="0"/>
              <a:t>9/28/2025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86404012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bwMode="blackWhite">
          <a:xfrm>
            <a:off x="1600200" y="2386744"/>
            <a:ext cx="8991600" cy="1645920"/>
          </a:xfrm>
          <a:solidFill>
            <a:srgbClr val="FFFFFF"/>
          </a:solidFill>
          <a:ln w="38100">
            <a:solidFill>
              <a:srgbClr val="404040"/>
            </a:solidFill>
          </a:ln>
        </p:spPr>
        <p:txBody>
          <a:bodyPr lIns="274320" rIns="274320" anchor="ctr" anchorCtr="1">
            <a:normAutofit/>
          </a:bodyPr>
          <a:lstStyle>
            <a:lvl1pPr>
              <a:defRPr sz="2850">
                <a:solidFill>
                  <a:srgbClr val="262626"/>
                </a:solidFill>
              </a:defRPr>
            </a:lvl1pPr>
          </a:lstStyle>
          <a:p>
            <a:r>
              <a:rPr lang="en-US"/>
              <a:t>Click to edit Master title style</a:t>
            </a:r>
            <a:endParaRPr lang="en-US" dirty="0"/>
          </a:p>
        </p:txBody>
      </p:sp>
      <p:sp>
        <p:nvSpPr>
          <p:cNvPr id="3" name="Text Placeholder 2"/>
          <p:cNvSpPr>
            <a:spLocks noGrp="1"/>
          </p:cNvSpPr>
          <p:nvPr>
            <p:ph type="body" idx="1"/>
          </p:nvPr>
        </p:nvSpPr>
        <p:spPr>
          <a:xfrm>
            <a:off x="2695195" y="4352465"/>
            <a:ext cx="6801612" cy="1265082"/>
          </a:xfrm>
        </p:spPr>
        <p:txBody>
          <a:bodyPr anchor="t" anchorCtr="1">
            <a:normAutofit/>
          </a:bodyPr>
          <a:lstStyle>
            <a:lvl1pPr marL="0" indent="0">
              <a:buNone/>
              <a:defRPr sz="15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7" name="Date Placeholder 6"/>
          <p:cNvSpPr>
            <a:spLocks noGrp="1"/>
          </p:cNvSpPr>
          <p:nvPr>
            <p:ph type="dt" sz="half" idx="10"/>
          </p:nvPr>
        </p:nvSpPr>
        <p:spPr/>
        <p:txBody>
          <a:bodyPr/>
          <a:lstStyle/>
          <a:p>
            <a:fld id="{BC1D1087-A499-403C-9706-56256D6A62D2}" type="datetimeFigureOut">
              <a:rPr lang="en-US" smtClean="0"/>
              <a:t>9/28/2025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696150528"/>
      </p:ext>
    </p:extLst>
  </p:cSld>
  <p:clrMapOvr>
    <a:overrideClrMapping bg1="dk1" tx1="lt1" bg2="dk2" tx2="lt2" accent1="accent1" accent2="accent2" accent3="accent3" accent4="accent4" accent5="accent5" accent6="accent6" hlink="hlink" folHlink="folHlink"/>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581912" y="2638044"/>
            <a:ext cx="4271771" cy="310198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338317" y="2638044"/>
            <a:ext cx="4270247" cy="310198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Date Placeholder 7"/>
          <p:cNvSpPr>
            <a:spLocks noGrp="1"/>
          </p:cNvSpPr>
          <p:nvPr>
            <p:ph type="dt" sz="half" idx="10"/>
          </p:nvPr>
        </p:nvSpPr>
        <p:spPr/>
        <p:txBody>
          <a:bodyPr/>
          <a:lstStyle/>
          <a:p>
            <a:fld id="{BC1D1087-A499-403C-9706-56256D6A62D2}" type="datetimeFigureOut">
              <a:rPr lang="en-US" smtClean="0"/>
              <a:t>9/28/2025</a:t>
            </a:fld>
            <a:endParaRPr lang="en-US"/>
          </a:p>
        </p:txBody>
      </p:sp>
      <p:sp>
        <p:nvSpPr>
          <p:cNvPr id="9" name="Footer Placeholder 8"/>
          <p:cNvSpPr>
            <a:spLocks noGrp="1"/>
          </p:cNvSpPr>
          <p:nvPr>
            <p:ph type="ftr" sz="quarter" idx="11"/>
          </p:nvPr>
        </p:nvSpPr>
        <p:spPr/>
        <p:txBody>
          <a:bodyPr/>
          <a:lstStyle/>
          <a:p>
            <a:endParaRPr lang="en-US"/>
          </a:p>
        </p:txBody>
      </p:sp>
      <p:sp>
        <p:nvSpPr>
          <p:cNvPr id="10" name="Slide Number Placeholder 9"/>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23814741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583436" y="2313435"/>
            <a:ext cx="4270248" cy="704087"/>
          </a:xfrm>
        </p:spPr>
        <p:txBody>
          <a:bodyPr anchor="b" anchorCtr="1">
            <a:normAutofit/>
          </a:bodyPr>
          <a:lstStyle>
            <a:lvl1pPr marL="0" indent="0" algn="ctr">
              <a:buNone/>
              <a:defRPr sz="1425" b="0" cap="all" spc="75" baseline="0">
                <a:solidFill>
                  <a:schemeClr val="accent2">
                    <a:lumMod val="75000"/>
                  </a:schemeClr>
                </a:solidFill>
              </a:defRPr>
            </a:lvl1pPr>
            <a:lvl2pPr marL="342900" indent="0">
              <a:buNone/>
              <a:defRPr sz="1425"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p:cNvSpPr>
            <a:spLocks noGrp="1"/>
          </p:cNvSpPr>
          <p:nvPr>
            <p:ph sz="half" idx="2"/>
          </p:nvPr>
        </p:nvSpPr>
        <p:spPr>
          <a:xfrm>
            <a:off x="1583436" y="3143250"/>
            <a:ext cx="4270248" cy="25967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Content Placeholder 5"/>
          <p:cNvSpPr>
            <a:spLocks noGrp="1"/>
          </p:cNvSpPr>
          <p:nvPr>
            <p:ph sz="quarter" idx="4"/>
          </p:nvPr>
        </p:nvSpPr>
        <p:spPr>
          <a:xfrm>
            <a:off x="6338317" y="3143250"/>
            <a:ext cx="4253484" cy="2596776"/>
          </a:xfrm>
        </p:spPr>
        <p:txBody>
          <a:bodyPr/>
          <a:lstStyle>
            <a:lvl5pPr>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13"/>
          </p:nvPr>
        </p:nvSpPr>
        <p:spPr>
          <a:xfrm>
            <a:off x="6338316" y="2313435"/>
            <a:ext cx="4270248" cy="704087"/>
          </a:xfrm>
        </p:spPr>
        <p:txBody>
          <a:bodyPr anchor="b" anchorCtr="1">
            <a:normAutofit/>
          </a:bodyPr>
          <a:lstStyle>
            <a:lvl1pPr marL="0" indent="0" algn="ctr">
              <a:buNone/>
              <a:defRPr sz="1425" b="0" cap="all" spc="75" baseline="0">
                <a:solidFill>
                  <a:schemeClr val="accent2">
                    <a:lumMod val="75000"/>
                  </a:schemeClr>
                </a:solidFill>
              </a:defRPr>
            </a:lvl1pPr>
            <a:lvl2pPr marL="342900" indent="0">
              <a:buNone/>
              <a:defRPr sz="1425"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7" name="Date Placeholder 6"/>
          <p:cNvSpPr>
            <a:spLocks noGrp="1"/>
          </p:cNvSpPr>
          <p:nvPr>
            <p:ph type="dt" sz="half" idx="10"/>
          </p:nvPr>
        </p:nvSpPr>
        <p:spPr/>
        <p:txBody>
          <a:bodyPr/>
          <a:lstStyle/>
          <a:p>
            <a:fld id="{BC1D1087-A499-403C-9706-56256D6A62D2}" type="datetimeFigureOut">
              <a:rPr lang="en-US" smtClean="0"/>
              <a:t>9/28/2025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7EB5961-2DF2-47D3-A538-C3172A95AC44}" type="slidenum">
              <a:rPr lang="en-US" smtClean="0"/>
              <a:t>‹#›</a:t>
            </a:fld>
            <a:endParaRPr lang="en-US"/>
          </a:p>
        </p:txBody>
      </p:sp>
      <p:sp>
        <p:nvSpPr>
          <p:cNvPr id="10" name="Title 9"/>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74695943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BC1D1087-A499-403C-9706-56256D6A62D2}" type="datetimeFigureOut">
              <a:rPr lang="en-US" smtClean="0"/>
              <a:t>9/28/2025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11984149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C1D1087-A499-403C-9706-56256D6A62D2}" type="datetimeFigureOut">
              <a:rPr lang="en-US" smtClean="0"/>
              <a:t>9/28/2025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42537307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6" name="Rectangle 25"/>
          <p:cNvSpPr/>
          <p:nvPr/>
        </p:nvSpPr>
        <p:spPr>
          <a:xfrm>
            <a:off x="0" y="0"/>
            <a:ext cx="6096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bwMode="blackWhite">
          <a:xfrm>
            <a:off x="804672" y="2243830"/>
            <a:ext cx="4486656" cy="1141497"/>
          </a:xfrm>
          <a:solidFill>
            <a:srgbClr val="FFFFFF"/>
          </a:solidFill>
          <a:ln>
            <a:solidFill>
              <a:srgbClr val="404040"/>
            </a:solidFill>
          </a:ln>
        </p:spPr>
        <p:txBody>
          <a:bodyPr anchor="ctr" anchorCtr="1">
            <a:normAutofit/>
          </a:bodyPr>
          <a:lstStyle>
            <a:lvl1pPr>
              <a:defRPr sz="1650">
                <a:solidFill>
                  <a:srgbClr val="262626"/>
                </a:solidFill>
              </a:defRPr>
            </a:lvl1pPr>
          </a:lstStyle>
          <a:p>
            <a:r>
              <a:rPr lang="en-US"/>
              <a:t>Click to edit Master title style</a:t>
            </a:r>
            <a:endParaRPr lang="en-US" dirty="0"/>
          </a:p>
        </p:txBody>
      </p:sp>
      <p:sp>
        <p:nvSpPr>
          <p:cNvPr id="3" name="Content Placeholder 2"/>
          <p:cNvSpPr>
            <a:spLocks noGrp="1"/>
          </p:cNvSpPr>
          <p:nvPr>
            <p:ph idx="1"/>
          </p:nvPr>
        </p:nvSpPr>
        <p:spPr>
          <a:xfrm>
            <a:off x="6736080" y="804672"/>
            <a:ext cx="4815840" cy="5248656"/>
          </a:xfrm>
        </p:spPr>
        <p:txBody>
          <a:bodyPr>
            <a:normAutofit/>
          </a:bodyPr>
          <a:lstStyle>
            <a:lvl1pPr>
              <a:defRPr sz="1425">
                <a:solidFill>
                  <a:schemeClr val="tx1"/>
                </a:solidFill>
              </a:defRPr>
            </a:lvl1pPr>
            <a:lvl2pPr>
              <a:defRPr sz="1200">
                <a:solidFill>
                  <a:schemeClr val="tx1"/>
                </a:solidFill>
              </a:defRPr>
            </a:lvl2pPr>
            <a:lvl3pPr>
              <a:defRPr sz="1200">
                <a:solidFill>
                  <a:schemeClr val="tx1"/>
                </a:solidFill>
              </a:defRPr>
            </a:lvl3pPr>
            <a:lvl4pPr>
              <a:defRPr sz="1200">
                <a:solidFill>
                  <a:schemeClr val="tx1"/>
                </a:solidFill>
              </a:defRPr>
            </a:lvl4pPr>
            <a:lvl5pPr>
              <a:defRPr sz="1200">
                <a:solidFill>
                  <a:schemeClr val="tx1"/>
                </a:solidFill>
              </a:defRPr>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1115568" y="3549918"/>
            <a:ext cx="3794760" cy="2194036"/>
          </a:xfrm>
        </p:spPr>
        <p:txBody>
          <a:bodyPr anchor="t" anchorCtr="1">
            <a:normAutofit/>
          </a:bodyPr>
          <a:lstStyle>
            <a:lvl1pPr marL="0" indent="0" algn="ctr">
              <a:buNone/>
              <a:defRPr sz="1125">
                <a:solidFill>
                  <a:srgbClr val="FFFFFF"/>
                </a:solidFill>
              </a:defRPr>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9" name="Date Placeholder 8"/>
          <p:cNvSpPr>
            <a:spLocks noGrp="1"/>
          </p:cNvSpPr>
          <p:nvPr>
            <p:ph type="dt" sz="half" idx="10"/>
          </p:nvPr>
        </p:nvSpPr>
        <p:spPr/>
        <p:txBody>
          <a:bodyPr/>
          <a:lstStyle/>
          <a:p>
            <a:fld id="{BC1D1087-A499-403C-9706-56256D6A62D2}" type="datetimeFigureOut">
              <a:rPr lang="en-US" smtClean="0"/>
              <a:t>9/28/2025</a:t>
            </a:fld>
            <a:endParaRPr lang="en-US"/>
          </a:p>
        </p:txBody>
      </p:sp>
      <p:sp>
        <p:nvSpPr>
          <p:cNvPr id="10" name="Footer Placeholder 9"/>
          <p:cNvSpPr>
            <a:spLocks noGrp="1"/>
          </p:cNvSpPr>
          <p:nvPr>
            <p:ph type="ftr" sz="quarter" idx="11"/>
          </p:nvPr>
        </p:nvSpPr>
        <p:spPr>
          <a:xfrm>
            <a:off x="804672" y="6236208"/>
            <a:ext cx="5124797" cy="320040"/>
          </a:xfrm>
        </p:spPr>
        <p:txBody>
          <a:bodyPr/>
          <a:lstStyle>
            <a:lvl1pPr>
              <a:defRPr>
                <a:solidFill>
                  <a:srgbClr val="FFFFFF">
                    <a:alpha val="70000"/>
                  </a:srgbClr>
                </a:solidFill>
              </a:defRPr>
            </a:lvl1pPr>
          </a:lstStyle>
          <a:p>
            <a:endParaRPr lang="en-US"/>
          </a:p>
        </p:txBody>
      </p:sp>
      <p:sp>
        <p:nvSpPr>
          <p:cNvPr id="11" name="Slide Number Placeholder 10"/>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08536360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18" name="Rectangle 17"/>
          <p:cNvSpPr/>
          <p:nvPr/>
        </p:nvSpPr>
        <p:spPr>
          <a:xfrm>
            <a:off x="2" y="0"/>
            <a:ext cx="609599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bwMode="blackWhite">
          <a:xfrm>
            <a:off x="808523" y="2243828"/>
            <a:ext cx="4494999" cy="1134640"/>
          </a:xfrm>
          <a:solidFill>
            <a:srgbClr val="FFFFFF"/>
          </a:solidFill>
          <a:ln>
            <a:solidFill>
              <a:srgbClr val="404040"/>
            </a:solidFill>
          </a:ln>
        </p:spPr>
        <p:txBody>
          <a:bodyPr anchor="ctr" anchorCtr="1">
            <a:noAutofit/>
          </a:bodyPr>
          <a:lstStyle>
            <a:lvl1pPr>
              <a:defRPr sz="1650">
                <a:solidFill>
                  <a:srgbClr val="262626"/>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6096001" y="0"/>
            <a:ext cx="6102097" cy="6858000"/>
          </a:xfrm>
          <a:solidFill>
            <a:schemeClr val="bg1">
              <a:lumMod val="75000"/>
            </a:schemeClr>
          </a:solidFill>
        </p:spPr>
        <p:txBody>
          <a:bodyPr anchor="t"/>
          <a:lstStyle>
            <a:lvl1pPr marL="0" indent="0">
              <a:buNone/>
              <a:defRPr sz="2400">
                <a:solidFill>
                  <a:schemeClr val="bg1">
                    <a:lumMod val="85000"/>
                    <a:lumOff val="15000"/>
                  </a:schemeClr>
                </a:solidFill>
              </a:defRPr>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1115568" y="3549920"/>
            <a:ext cx="3794760" cy="2194037"/>
          </a:xfrm>
        </p:spPr>
        <p:txBody>
          <a:bodyPr anchor="t" anchorCtr="1">
            <a:normAutofit/>
          </a:bodyPr>
          <a:lstStyle>
            <a:lvl1pPr marL="0" indent="0" algn="ctr">
              <a:buNone/>
              <a:defRPr sz="1125">
                <a:solidFill>
                  <a:srgbClr val="FFFFFF"/>
                </a:solidFill>
              </a:defRPr>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8" name="Date Placeholder 7"/>
          <p:cNvSpPr>
            <a:spLocks noGrp="1"/>
          </p:cNvSpPr>
          <p:nvPr>
            <p:ph type="dt" sz="half" idx="10"/>
          </p:nvPr>
        </p:nvSpPr>
        <p:spPr/>
        <p:txBody>
          <a:bodyPr/>
          <a:lstStyle>
            <a:lvl1pPr>
              <a:defRPr>
                <a:solidFill>
                  <a:srgbClr val="FFFFFF"/>
                </a:solidFill>
                <a:effectLst>
                  <a:outerShdw blurRad="50800" dist="38100" dir="2700000" algn="tl" rotWithShape="0">
                    <a:prstClr val="black">
                      <a:alpha val="43000"/>
                    </a:prstClr>
                  </a:outerShdw>
                </a:effectLst>
              </a:defRPr>
            </a:lvl1pPr>
          </a:lstStyle>
          <a:p>
            <a:fld id="{BC1D1087-A499-403C-9706-56256D6A62D2}" type="datetimeFigureOut">
              <a:rPr lang="en-US" smtClean="0"/>
              <a:t>9/28/2025</a:t>
            </a:fld>
            <a:endParaRPr lang="en-US"/>
          </a:p>
        </p:txBody>
      </p:sp>
      <p:sp>
        <p:nvSpPr>
          <p:cNvPr id="9" name="Footer Placeholder 8"/>
          <p:cNvSpPr>
            <a:spLocks noGrp="1"/>
          </p:cNvSpPr>
          <p:nvPr>
            <p:ph type="ftr" sz="quarter" idx="11"/>
          </p:nvPr>
        </p:nvSpPr>
        <p:spPr>
          <a:xfrm>
            <a:off x="804672" y="6236208"/>
            <a:ext cx="5124797" cy="320040"/>
          </a:xfrm>
        </p:spPr>
        <p:txBody>
          <a:bodyPr/>
          <a:lstStyle>
            <a:lvl1pPr>
              <a:defRPr>
                <a:solidFill>
                  <a:srgbClr val="FFFFFF">
                    <a:alpha val="70000"/>
                  </a:srgbClr>
                </a:solidFill>
              </a:defRPr>
            </a:lvl1pPr>
          </a:lstStyle>
          <a:p>
            <a:endParaRPr lang="en-US"/>
          </a:p>
        </p:txBody>
      </p:sp>
      <p:sp>
        <p:nvSpPr>
          <p:cNvPr id="10" name="Slide Number Placeholder 9"/>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61724968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9690515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53112" y="937260"/>
            <a:ext cx="1298608" cy="498348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2231137" y="937260"/>
            <a:ext cx="6198489" cy="498348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31044301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419B7F-7CFC-939E-D9C8-5AC210BD6AD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622C5D8-6DAF-D0DC-8432-AC9AB121AB9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256625E-7481-E689-219E-D355FD7D094A}"/>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5" name="Footer Placeholder 4">
            <a:extLst>
              <a:ext uri="{FF2B5EF4-FFF2-40B4-BE49-F238E27FC236}">
                <a16:creationId xmlns:a16="http://schemas.microsoft.com/office/drawing/2014/main" id="{CABD3010-B82D-363D-FA3B-90990126690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6345D17-63C7-0808-9657-96AD3778B6D7}"/>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367164278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A611C4-7B35-4509-4346-C0C273ECD73A}"/>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43D39C3-BD5C-64A3-3A89-CBC0E0E6DD8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46F4B79-3A5C-37D8-2E0F-27F17A593E62}"/>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5" name="Footer Placeholder 4">
            <a:extLst>
              <a:ext uri="{FF2B5EF4-FFF2-40B4-BE49-F238E27FC236}">
                <a16:creationId xmlns:a16="http://schemas.microsoft.com/office/drawing/2014/main" id="{5F28BB08-2C52-786E-1027-9A079F2EA77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E57493C-5341-FB57-406F-AF12D5B05D71}"/>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215447143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928127-74B9-847C-8F77-70E9FCBAAB2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256A9DB-1B7E-86AF-18CF-0027969EAC0F}"/>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48E8454-8942-9F09-0553-56E15B3DC2E4}"/>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5" name="Footer Placeholder 4">
            <a:extLst>
              <a:ext uri="{FF2B5EF4-FFF2-40B4-BE49-F238E27FC236}">
                <a16:creationId xmlns:a16="http://schemas.microsoft.com/office/drawing/2014/main" id="{90E5F4F9-3102-709F-FEDA-3E340663E21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058972B-A295-1A12-925C-502D88038D60}"/>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409219523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6D1E99-A174-4D4B-027B-C839C4695A5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4AFD693-1A06-6148-4CB2-0CA55047328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6F0A3DCB-5CE8-C697-DECB-241DBBD4E60E}"/>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4F78820C-2E4D-B7E6-4D4B-8A77FE7668F9}"/>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6" name="Footer Placeholder 5">
            <a:extLst>
              <a:ext uri="{FF2B5EF4-FFF2-40B4-BE49-F238E27FC236}">
                <a16:creationId xmlns:a16="http://schemas.microsoft.com/office/drawing/2014/main" id="{F6AC2F49-B564-D7DA-70EE-0842D18FFA5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57C1344-3903-3C70-1A80-9795E40648DD}"/>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29040748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892482-37D4-8DF5-A574-B34D3E6B319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9DCF5B66-D36C-343D-9F25-215CACA2AC6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C083C05-E030-FB87-2163-3D7DC22F61F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299DEED-2143-A7FF-8440-5FD2EDF9D0D6}"/>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3F33D45-EA73-92E1-F159-4D36BDB3121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F9FCA8E8-8E67-2610-EA33-90A90D74E034}"/>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8" name="Footer Placeholder 7">
            <a:extLst>
              <a:ext uri="{FF2B5EF4-FFF2-40B4-BE49-F238E27FC236}">
                <a16:creationId xmlns:a16="http://schemas.microsoft.com/office/drawing/2014/main" id="{8F97B122-78E8-1600-7B5C-15665BBCAB8E}"/>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915C1CCF-6B0B-3BCE-206A-418F2DB0B42A}"/>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60435386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7FE00A-BE56-2768-CCBA-4ACE9893BF60}"/>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A440E630-792D-F528-DE7E-4205159BEE1A}"/>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4" name="Footer Placeholder 3">
            <a:extLst>
              <a:ext uri="{FF2B5EF4-FFF2-40B4-BE49-F238E27FC236}">
                <a16:creationId xmlns:a16="http://schemas.microsoft.com/office/drawing/2014/main" id="{EAD8A62C-AFC3-A71F-7FA1-7C6C79D57742}"/>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7DDB9FA3-DF40-884E-2945-45E3BC34C0EE}"/>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202505760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80D5B98-7E0A-4E53-9F0F-433F42E6F94F}"/>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3" name="Footer Placeholder 2">
            <a:extLst>
              <a:ext uri="{FF2B5EF4-FFF2-40B4-BE49-F238E27FC236}">
                <a16:creationId xmlns:a16="http://schemas.microsoft.com/office/drawing/2014/main" id="{76ADD496-A8F2-4963-76AA-BBDA2724687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80FCA0D-1D0E-6195-D111-848C09C771B1}"/>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98897001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82C464-31CF-491C-DED3-114E832B427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E5148B6-ADC5-A8D3-E4A2-AA4534F8EBA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EE5AB75-3867-6E7C-CD8F-ECDFA3DA3A8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B4EDD6D-F216-168B-F199-0B35E881D553}"/>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6" name="Footer Placeholder 5">
            <a:extLst>
              <a:ext uri="{FF2B5EF4-FFF2-40B4-BE49-F238E27FC236}">
                <a16:creationId xmlns:a16="http://schemas.microsoft.com/office/drawing/2014/main" id="{C1FA60C4-31F0-1A1B-E82E-38612605543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9579437-F898-58E9-36E7-BAC9E6E68047}"/>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85825929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195386-0EA6-7B3E-0CF4-F6B0A35C431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3B807D5-6E0A-6232-A0AD-93CDF04669A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67735A9-4C82-4823-27E6-E0BFC73252C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7773A2E-8957-406C-2FAF-576FA8471F39}"/>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6" name="Footer Placeholder 5">
            <a:extLst>
              <a:ext uri="{FF2B5EF4-FFF2-40B4-BE49-F238E27FC236}">
                <a16:creationId xmlns:a16="http://schemas.microsoft.com/office/drawing/2014/main" id="{CF7B3E0B-EA59-33D3-4428-34EBD0D030C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D67235F-6A78-3750-F3A1-CF064FB72AC6}"/>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43955272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087A8E-DA89-B00F-59C8-9A80E15E47AE}"/>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0AAD0749-0C61-78AF-B4AB-0766217A9DFA}"/>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E349A40-C0B6-624C-1643-9399171971C4}"/>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5" name="Footer Placeholder 4">
            <a:extLst>
              <a:ext uri="{FF2B5EF4-FFF2-40B4-BE49-F238E27FC236}">
                <a16:creationId xmlns:a16="http://schemas.microsoft.com/office/drawing/2014/main" id="{4E526577-E22B-4E74-2382-04CB062A723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0AAEA85-7297-753E-B9B2-EDD61D5CB1AD}"/>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139440872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4AAA74C-79C9-1805-DA32-98620DFC58E0}"/>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597A0A4F-056F-36D8-A8AE-86A037D14B4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DF60AF0-791E-6300-1A99-8A5BBE934394}"/>
              </a:ext>
            </a:extLst>
          </p:cNvPr>
          <p:cNvSpPr>
            <a:spLocks noGrp="1"/>
          </p:cNvSpPr>
          <p:nvPr>
            <p:ph type="dt" sz="half" idx="10"/>
          </p:nvPr>
        </p:nvSpPr>
        <p:spPr/>
        <p:txBody>
          <a:bodyPr/>
          <a:lstStyle/>
          <a:p>
            <a:fld id="{CCA18DE0-C786-4B81-A280-816435620A3C}" type="datetimeFigureOut">
              <a:rPr lang="en-US" smtClean="0"/>
              <a:t>9/28/2025</a:t>
            </a:fld>
            <a:endParaRPr lang="en-US"/>
          </a:p>
        </p:txBody>
      </p:sp>
      <p:sp>
        <p:nvSpPr>
          <p:cNvPr id="5" name="Footer Placeholder 4">
            <a:extLst>
              <a:ext uri="{FF2B5EF4-FFF2-40B4-BE49-F238E27FC236}">
                <a16:creationId xmlns:a16="http://schemas.microsoft.com/office/drawing/2014/main" id="{BF1AD8A5-D500-5DE6-DADB-5E07BB738DC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1C5D47E-6B20-84ED-6138-5C0DA5F47188}"/>
              </a:ext>
            </a:extLst>
          </p:cNvPr>
          <p:cNvSpPr>
            <a:spLocks noGrp="1"/>
          </p:cNvSpPr>
          <p:nvPr>
            <p:ph type="sldNum" sz="quarter" idx="12"/>
          </p:nvPr>
        </p:nvSpPr>
        <p:spPr/>
        <p:txBody>
          <a:bodyPr/>
          <a:lstStyle/>
          <a:p>
            <a:fld id="{873F38D7-825B-4323-8E94-8106C1066F5C}" type="slidenum">
              <a:rPr lang="en-US" smtClean="0"/>
              <a:t>‹#›</a:t>
            </a:fld>
            <a:endParaRPr lang="en-US"/>
          </a:p>
        </p:txBody>
      </p:sp>
    </p:spTree>
    <p:extLst>
      <p:ext uri="{BB962C8B-B14F-4D97-AF65-F5344CB8AC3E}">
        <p14:creationId xmlns:p14="http://schemas.microsoft.com/office/powerpoint/2010/main" val="219094114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 name="Rectangle 6"/>
          <p:cNvSpPr/>
          <p:nvPr/>
        </p:nvSpPr>
        <p:spPr>
          <a:xfrm>
            <a:off x="1" y="6400800"/>
            <a:ext cx="1219200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 y="6334316"/>
            <a:ext cx="12192000" cy="664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1097280" y="758952"/>
            <a:ext cx="10058400" cy="3566160"/>
          </a:xfrm>
        </p:spPr>
        <p:txBody>
          <a:bodyPr anchor="b">
            <a:normAutofit/>
          </a:bodyPr>
          <a:lstStyle>
            <a:lvl1pPr algn="l">
              <a:lnSpc>
                <a:spcPct val="85000"/>
              </a:lnSpc>
              <a:defRPr sz="8000" spc="-50" baseline="0">
                <a:solidFill>
                  <a:schemeClr val="tx1">
                    <a:lumMod val="85000"/>
                    <a:lumOff val="15000"/>
                  </a:schemeClr>
                </a:solidFill>
              </a:defRPr>
            </a:lvl1pPr>
          </a:lstStyle>
          <a:p>
            <a:r>
              <a:rPr lang="en-US"/>
              <a:t>Click to edit Master title style</a:t>
            </a:r>
            <a:endParaRPr lang="en-US" dirty="0"/>
          </a:p>
        </p:txBody>
      </p:sp>
      <p:sp>
        <p:nvSpPr>
          <p:cNvPr id="3" name="Subtitle 2"/>
          <p:cNvSpPr>
            <a:spLocks noGrp="1"/>
          </p:cNvSpPr>
          <p:nvPr>
            <p:ph type="subTitle" idx="1"/>
          </p:nvPr>
        </p:nvSpPr>
        <p:spPr>
          <a:xfrm>
            <a:off x="1100051" y="4455621"/>
            <a:ext cx="10058400" cy="1143000"/>
          </a:xfrm>
        </p:spPr>
        <p:txBody>
          <a:bodyPr lIns="91440" rIns="91440">
            <a:normAutofit/>
          </a:bodyPr>
          <a:lstStyle>
            <a:lvl1pPr marL="0" indent="0" algn="l">
              <a:buNone/>
              <a:defRPr sz="2400" cap="all" spc="200" baseline="0">
                <a:solidFill>
                  <a:schemeClr val="tx2"/>
                </a:solidFill>
                <a:latin typeface="+mj-lt"/>
              </a:defRPr>
            </a:lvl1pPr>
            <a:lvl2pPr marL="457200" indent="0" algn="ctr">
              <a:buNone/>
              <a:defRPr sz="24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4" name="Date Placeholder 3"/>
          <p:cNvSpPr>
            <a:spLocks noGrp="1"/>
          </p:cNvSpPr>
          <p:nvPr>
            <p:ph type="dt" sz="half" idx="10"/>
          </p:nvPr>
        </p:nvSpPr>
        <p:spPr>
          <a:xfrm>
            <a:off x="1097280" y="6459785"/>
            <a:ext cx="2472271" cy="365125"/>
          </a:xfrm>
          <a:prstGeom prst="rect">
            <a:avLst/>
          </a:prstGeom>
        </p:spPr>
        <p:txBody>
          <a:bodyPr/>
          <a:lstStyle/>
          <a:p>
            <a:fld id="{9A0E6C2A-85C6-4763-B97A-9CB1A3C5CA1A}" type="datetime1">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7EB5961-2DF2-47D3-A538-C3172A95AC44}" type="slidenum">
              <a:rPr lang="en-US" smtClean="0"/>
              <a:t>‹#›</a:t>
            </a:fld>
            <a:endParaRPr lang="en-US"/>
          </a:p>
        </p:txBody>
      </p:sp>
      <p:cxnSp>
        <p:nvCxnSpPr>
          <p:cNvPr id="9" name="Straight Connector 8"/>
          <p:cNvCxnSpPr/>
          <p:nvPr/>
        </p:nvCxnSpPr>
        <p:spPr>
          <a:xfrm>
            <a:off x="1207658" y="4343400"/>
            <a:ext cx="987552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444136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1097280" y="6459785"/>
            <a:ext cx="2472271" cy="365125"/>
          </a:xfrm>
          <a:prstGeom prst="rect">
            <a:avLst/>
          </a:prstGeom>
        </p:spPr>
        <p:txBody>
          <a:bodyPr/>
          <a:lstStyle/>
          <a:p>
            <a:fld id="{F6831CBB-E587-4C0C-A6F8-430621204336}" type="datetime1">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lvl1pPr>
              <a:defRPr/>
            </a:lvl1pPr>
          </a:lstStyle>
          <a:p>
            <a:r>
              <a:rPr lang="en-US" dirty="0"/>
              <a:t>1</a:t>
            </a:r>
          </a:p>
        </p:txBody>
      </p:sp>
    </p:spTree>
    <p:extLst>
      <p:ext uri="{BB962C8B-B14F-4D97-AF65-F5344CB8AC3E}">
        <p14:creationId xmlns:p14="http://schemas.microsoft.com/office/powerpoint/2010/main" val="64183747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758952"/>
            <a:ext cx="10058400" cy="3566160"/>
          </a:xfrm>
        </p:spPr>
        <p:txBody>
          <a:bodyPr anchor="b" anchorCtr="0">
            <a:normAutofit/>
          </a:bodyPr>
          <a:lstStyle>
            <a:lvl1pPr>
              <a:lnSpc>
                <a:spcPct val="85000"/>
              </a:lnSpc>
              <a:defRPr sz="8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1097280" y="4453128"/>
            <a:ext cx="10058400" cy="1143000"/>
          </a:xfrm>
        </p:spPr>
        <p:txBody>
          <a:bodyPr lIns="91440" rIns="91440" anchor="t" anchorCtr="0">
            <a:normAutofit/>
          </a:bodyPr>
          <a:lstStyle>
            <a:lvl1pPr marL="0" indent="0">
              <a:buNone/>
              <a:defRPr sz="2400" cap="all" spc="200" baseline="0">
                <a:solidFill>
                  <a:schemeClr val="tx2"/>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a:xfrm>
            <a:off x="1097280" y="6459785"/>
            <a:ext cx="2472271" cy="365125"/>
          </a:xfrm>
          <a:prstGeom prst="rect">
            <a:avLst/>
          </a:prstGeom>
        </p:spPr>
        <p:txBody>
          <a:bodyPr/>
          <a:lstStyle/>
          <a:p>
            <a:fld id="{DA4A5C29-8B6B-4284-A7DC-DA9815FC9D66}" type="datetime1">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7EB5961-2DF2-47D3-A538-C3172A95AC44}" type="slidenum">
              <a:rPr lang="en-US" smtClean="0"/>
              <a:t>‹#›</a:t>
            </a:fld>
            <a:endParaRPr lang="en-US"/>
          </a:p>
        </p:txBody>
      </p:sp>
      <p:cxnSp>
        <p:nvCxnSpPr>
          <p:cNvPr id="9" name="Straight Connector 8"/>
          <p:cNvCxnSpPr/>
          <p:nvPr/>
        </p:nvCxnSpPr>
        <p:spPr>
          <a:xfrm>
            <a:off x="1207658" y="4343400"/>
            <a:ext cx="987552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723580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1097280" y="286603"/>
            <a:ext cx="10058400" cy="1450757"/>
          </a:xfrm>
        </p:spPr>
        <p:txBody>
          <a:bodyPr/>
          <a:lstStyle/>
          <a:p>
            <a:r>
              <a:rPr lang="en-US"/>
              <a:t>Click to edit Master title style</a:t>
            </a:r>
            <a:endParaRPr lang="en-US" dirty="0"/>
          </a:p>
        </p:txBody>
      </p:sp>
      <p:sp>
        <p:nvSpPr>
          <p:cNvPr id="3" name="Content Placeholder 2"/>
          <p:cNvSpPr>
            <a:spLocks noGrp="1"/>
          </p:cNvSpPr>
          <p:nvPr>
            <p:ph sz="half" idx="1"/>
          </p:nvPr>
        </p:nvSpPr>
        <p:spPr>
          <a:xfrm>
            <a:off x="1097280" y="1845734"/>
            <a:ext cx="4937760" cy="402335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17920" y="1845735"/>
            <a:ext cx="4937760" cy="402336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1097280" y="6459785"/>
            <a:ext cx="2472271" cy="365125"/>
          </a:xfrm>
          <a:prstGeom prst="rect">
            <a:avLst/>
          </a:prstGeom>
        </p:spPr>
        <p:txBody>
          <a:bodyPr/>
          <a:lstStyle/>
          <a:p>
            <a:fld id="{0ECD0ED3-E3FF-49C2-BEB6-3CB3BB8F6B01}" type="datetime1">
              <a:rPr lang="en-US" smtClean="0"/>
              <a:t>9/28/2025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91093917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1097280" y="286603"/>
            <a:ext cx="10058400" cy="1450757"/>
          </a:xfrm>
        </p:spPr>
        <p:txBody>
          <a:bodyPr/>
          <a:lstStyle/>
          <a:p>
            <a:r>
              <a:rPr lang="en-US"/>
              <a:t>Click to edit Master title style</a:t>
            </a:r>
            <a:endParaRPr lang="en-US" dirty="0"/>
          </a:p>
        </p:txBody>
      </p:sp>
      <p:sp>
        <p:nvSpPr>
          <p:cNvPr id="3" name="Text Placeholder 2"/>
          <p:cNvSpPr>
            <a:spLocks noGrp="1"/>
          </p:cNvSpPr>
          <p:nvPr>
            <p:ph type="body" idx="1"/>
          </p:nvPr>
        </p:nvSpPr>
        <p:spPr>
          <a:xfrm>
            <a:off x="1097280" y="1846052"/>
            <a:ext cx="493776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097280" y="2582335"/>
            <a:ext cx="4937760" cy="328676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217920" y="1846052"/>
            <a:ext cx="493776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217920" y="2582334"/>
            <a:ext cx="4937760" cy="328676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1097280" y="6459785"/>
            <a:ext cx="2472271" cy="365125"/>
          </a:xfrm>
          <a:prstGeom prst="rect">
            <a:avLst/>
          </a:prstGeom>
        </p:spPr>
        <p:txBody>
          <a:bodyPr/>
          <a:lstStyle/>
          <a:p>
            <a:fld id="{BC1D00F5-7B0B-434C-92F6-D4A501945092}" type="datetime1">
              <a:rPr lang="en-US" smtClean="0"/>
              <a:t>9/28/2025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71702032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a:xfrm>
            <a:off x="1097280" y="6459785"/>
            <a:ext cx="2472271" cy="365125"/>
          </a:xfrm>
          <a:prstGeom prst="rect">
            <a:avLst/>
          </a:prstGeom>
        </p:spPr>
        <p:txBody>
          <a:bodyPr/>
          <a:lstStyle/>
          <a:p>
            <a:fld id="{F86AD80F-763D-4800-AC1F-C97D17DD2E33}" type="datetime1">
              <a:rPr lang="en-US" smtClean="0"/>
              <a:t>9/28/2025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5278972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Rectangle 4"/>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7" name="Date Placeholder 6"/>
          <p:cNvSpPr>
            <a:spLocks noGrp="1"/>
          </p:cNvSpPr>
          <p:nvPr>
            <p:ph type="dt" sz="half" idx="10"/>
          </p:nvPr>
        </p:nvSpPr>
        <p:spPr>
          <a:xfrm>
            <a:off x="1097280" y="6459785"/>
            <a:ext cx="2472271" cy="365125"/>
          </a:xfrm>
          <a:prstGeom prst="rect">
            <a:avLst/>
          </a:prstGeom>
        </p:spPr>
        <p:txBody>
          <a:bodyPr/>
          <a:lstStyle/>
          <a:p>
            <a:fld id="{1481E8BD-8411-47D2-BCC1-3CC240AE6870}" type="datetime1">
              <a:rPr lang="en-US" smtClean="0"/>
              <a:t>9/28/2025</a:t>
            </a:fld>
            <a:endParaRPr lang="en-US"/>
          </a:p>
        </p:txBody>
      </p:sp>
      <p:sp>
        <p:nvSpPr>
          <p:cNvPr id="8" name="Footer Placeholder 7"/>
          <p:cNvSpPr>
            <a:spLocks noGrp="1"/>
          </p:cNvSpPr>
          <p:nvPr>
            <p:ph type="ftr" sz="quarter" idx="11"/>
          </p:nvPr>
        </p:nvSpPr>
        <p:spPr/>
        <p:txBody>
          <a:bodyPr/>
          <a:lstStyle>
            <a:lvl1pPr>
              <a:defRPr>
                <a:solidFill>
                  <a:srgbClr val="FFFFFF"/>
                </a:solidFill>
              </a:defRPr>
            </a:lvl1pPr>
          </a:lstStyle>
          <a:p>
            <a:endParaRPr lang="en-US"/>
          </a:p>
        </p:txBody>
      </p:sp>
      <p:sp>
        <p:nvSpPr>
          <p:cNvPr id="9" name="Slide Number Placeholder 8"/>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43849685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8" name="Rectangle 7"/>
          <p:cNvSpPr/>
          <p:nvPr/>
        </p:nvSpPr>
        <p:spPr>
          <a:xfrm>
            <a:off x="16" y="0"/>
            <a:ext cx="405079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4040071" y="0"/>
            <a:ext cx="64008"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457200" y="594359"/>
            <a:ext cx="3200400" cy="2286000"/>
          </a:xfrm>
        </p:spPr>
        <p:txBody>
          <a:bodyPr anchor="b">
            <a:normAutofit/>
          </a:bodyPr>
          <a:lstStyle>
            <a:lvl1pPr>
              <a:defRPr sz="36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4800600" y="731520"/>
            <a:ext cx="6492240" cy="5257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57200" y="2926080"/>
            <a:ext cx="3200400" cy="3379124"/>
          </a:xfrm>
        </p:spPr>
        <p:txBody>
          <a:bodyPr lIns="91440" rIns="91440">
            <a:normAutofit/>
          </a:bodyPr>
          <a:lstStyle>
            <a:lvl1pPr marL="0" indent="0">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5" name="Date Placeholder 4"/>
          <p:cNvSpPr>
            <a:spLocks noGrp="1"/>
          </p:cNvSpPr>
          <p:nvPr>
            <p:ph type="dt" sz="half" idx="10"/>
          </p:nvPr>
        </p:nvSpPr>
        <p:spPr>
          <a:xfrm>
            <a:off x="465512" y="6459785"/>
            <a:ext cx="2618510" cy="365125"/>
          </a:xfrm>
          <a:prstGeom prst="rect">
            <a:avLst/>
          </a:prstGeom>
        </p:spPr>
        <p:txBody>
          <a:bodyPr/>
          <a:lstStyle>
            <a:lvl1pPr algn="l">
              <a:defRPr/>
            </a:lvl1pPr>
          </a:lstStyle>
          <a:p>
            <a:fld id="{B615E2FD-3C7B-408C-8930-01309CA3A77B}" type="datetime1">
              <a:rPr lang="en-US" smtClean="0"/>
              <a:t>9/28/2025</a:t>
            </a:fld>
            <a:endParaRPr lang="en-US"/>
          </a:p>
        </p:txBody>
      </p:sp>
      <p:sp>
        <p:nvSpPr>
          <p:cNvPr id="6" name="Footer Placeholder 5"/>
          <p:cNvSpPr>
            <a:spLocks noGrp="1"/>
          </p:cNvSpPr>
          <p:nvPr>
            <p:ph type="ftr" sz="quarter" idx="11"/>
          </p:nvPr>
        </p:nvSpPr>
        <p:spPr>
          <a:xfrm>
            <a:off x="4800600" y="6459785"/>
            <a:ext cx="4648200" cy="365125"/>
          </a:xfrm>
        </p:spPr>
        <p:txBody>
          <a:bodyPr/>
          <a:lstStyle>
            <a:lvl1pPr algn="l">
              <a:defRPr>
                <a:solidFill>
                  <a:schemeClr val="tx2"/>
                </a:solidFill>
              </a:defRPr>
            </a:lvl1pPr>
          </a:lstStyle>
          <a:p>
            <a:endParaRPr lang="en-US"/>
          </a:p>
        </p:txBody>
      </p:sp>
      <p:sp>
        <p:nvSpPr>
          <p:cNvPr id="7" name="Slide Number Placeholder 6"/>
          <p:cNvSpPr>
            <a:spLocks noGrp="1"/>
          </p:cNvSpPr>
          <p:nvPr>
            <p:ph type="sldNum" sz="quarter" idx="12"/>
          </p:nvPr>
        </p:nvSpPr>
        <p:spPr/>
        <p:txBody>
          <a:bodyPr/>
          <a:lstStyle>
            <a:lvl1pPr>
              <a:defRPr>
                <a:solidFill>
                  <a:schemeClr val="tx2"/>
                </a:solidFill>
              </a:defRPr>
            </a:lvl1pPr>
          </a:lstStyle>
          <a:p>
            <a:fld id="{27EB5961-2DF2-47D3-A538-C3172A95AC44}" type="slidenum">
              <a:rPr lang="en-US" smtClean="0"/>
              <a:t>‹#›</a:t>
            </a:fld>
            <a:endParaRPr lang="en-US"/>
          </a:p>
        </p:txBody>
      </p:sp>
    </p:spTree>
    <p:extLst>
      <p:ext uri="{BB962C8B-B14F-4D97-AF65-F5344CB8AC3E}">
        <p14:creationId xmlns:p14="http://schemas.microsoft.com/office/powerpoint/2010/main" val="20938884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8" name="Rectangle 7"/>
          <p:cNvSpPr/>
          <p:nvPr/>
        </p:nvSpPr>
        <p:spPr>
          <a:xfrm>
            <a:off x="0" y="4953000"/>
            <a:ext cx="12188825"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5" y="491507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5074920"/>
            <a:ext cx="10113645" cy="822960"/>
          </a:xfrm>
        </p:spPr>
        <p:txBody>
          <a:bodyPr tIns="0" bIns="0" anchor="b">
            <a:noAutofit/>
          </a:bodyPr>
          <a:lstStyle>
            <a:lvl1pPr>
              <a:defRPr sz="36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5" y="0"/>
            <a:ext cx="12191985" cy="4915076"/>
          </a:xfrm>
          <a:solidFill>
            <a:schemeClr val="bg2">
              <a:lumMod val="90000"/>
            </a:schemeClr>
          </a:solidFill>
        </p:spPr>
        <p:txBody>
          <a:bodyPr lIns="457200" tIns="457200"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1097280" y="5907024"/>
            <a:ext cx="10113264" cy="594360"/>
          </a:xfrm>
        </p:spPr>
        <p:txBody>
          <a:bodyPr lIns="91440" tIns="0" rIns="91440" bIns="0">
            <a:normAutofit/>
          </a:bodyPr>
          <a:lstStyle>
            <a:lvl1pPr marL="0" indent="0">
              <a:spcBef>
                <a:spcPts val="0"/>
              </a:spcBef>
              <a:spcAft>
                <a:spcPts val="600"/>
              </a:spcAft>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5" name="Date Placeholder 4"/>
          <p:cNvSpPr>
            <a:spLocks noGrp="1"/>
          </p:cNvSpPr>
          <p:nvPr>
            <p:ph type="dt" sz="half" idx="10"/>
          </p:nvPr>
        </p:nvSpPr>
        <p:spPr>
          <a:xfrm>
            <a:off x="1097280" y="6459785"/>
            <a:ext cx="2472271" cy="365125"/>
          </a:xfrm>
          <a:prstGeom prst="rect">
            <a:avLst/>
          </a:prstGeom>
        </p:spPr>
        <p:txBody>
          <a:bodyPr/>
          <a:lstStyle/>
          <a:p>
            <a:fld id="{5A02716E-CE70-4312-B252-2F0243E2D4E8}" type="datetime1">
              <a:rPr lang="en-US" smtClean="0"/>
              <a:t>9/28/2025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92130003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1097280" y="6459785"/>
            <a:ext cx="2472271" cy="365125"/>
          </a:xfrm>
          <a:prstGeom prst="rect">
            <a:avLst/>
          </a:prstGeom>
        </p:spPr>
        <p:txBody>
          <a:bodyPr/>
          <a:lstStyle/>
          <a:p>
            <a:fld id="{F7467F08-7016-449B-8057-F5CBC8B29386}" type="datetime1">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78194639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7" name="Rectangle 6"/>
          <p:cNvSpPr/>
          <p:nvPr/>
        </p:nvSpPr>
        <p:spPr>
          <a:xfrm>
            <a:off x="3175" y="6400800"/>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8724900" y="412302"/>
            <a:ext cx="2628900" cy="575989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412302"/>
            <a:ext cx="7734300" cy="5759898"/>
          </a:xfrm>
        </p:spPr>
        <p:txBody>
          <a:bodyPr vert="eaVert" lIns="45720" tIns="0" rIns="45720" b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1097280" y="6459785"/>
            <a:ext cx="2472271" cy="365125"/>
          </a:xfrm>
          <a:prstGeom prst="rect">
            <a:avLst/>
          </a:prstGeom>
        </p:spPr>
        <p:txBody>
          <a:bodyPr/>
          <a:lstStyle/>
          <a:p>
            <a:fld id="{63453A84-61F2-4B80-819C-46242AF185E7}" type="datetime1">
              <a:rPr lang="en-US" smtClean="0"/>
              <a:t>9/28/2025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48213674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accent1"/>
        </a:solidFill>
        <a:effectLst/>
      </p:bgPr>
    </p:bg>
    <p:spTree>
      <p:nvGrpSpPr>
        <p:cNvPr id="1" name=""/>
        <p:cNvGrpSpPr/>
        <p:nvPr/>
      </p:nvGrpSpPr>
      <p:grpSpPr>
        <a:xfrm>
          <a:off x="0" y="0"/>
          <a:ext cx="0" cy="0"/>
          <a:chOff x="0" y="0"/>
          <a:chExt cx="0" cy="0"/>
        </a:xfrm>
      </p:grpSpPr>
      <p:sp>
        <p:nvSpPr>
          <p:cNvPr id="4" name="Rectangle 3"/>
          <p:cNvSpPr/>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603504" y="770467"/>
            <a:ext cx="10782300" cy="3352800"/>
          </a:xfrm>
        </p:spPr>
        <p:txBody>
          <a:bodyPr anchor="b">
            <a:noAutofit/>
          </a:bodyPr>
          <a:lstStyle>
            <a:lvl1pPr algn="l">
              <a:lnSpc>
                <a:spcPct val="80000"/>
              </a:lnSpc>
              <a:defRPr sz="88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667512" y="4206876"/>
            <a:ext cx="9228201" cy="1645920"/>
          </a:xfrm>
        </p:spPr>
        <p:txBody>
          <a:bodyPr>
            <a:normAutofit/>
          </a:bodyPr>
          <a:lstStyle>
            <a:lvl1pPr marL="0" indent="0" algn="l">
              <a:buNone/>
              <a:defRPr sz="3200">
                <a:solidFill>
                  <a:srgbClr val="262626"/>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7" name="Date Placeholder 6"/>
          <p:cNvSpPr>
            <a:spLocks noGrp="1"/>
          </p:cNvSpPr>
          <p:nvPr>
            <p:ph type="dt" sz="half" idx="10"/>
          </p:nvPr>
        </p:nvSpPr>
        <p:spPr/>
        <p:txBody>
          <a:bodyPr/>
          <a:lstStyle>
            <a:lvl1pPr>
              <a:defRPr>
                <a:solidFill>
                  <a:srgbClr val="FFFFFF">
                    <a:alpha val="80000"/>
                  </a:srgbClr>
                </a:solidFill>
              </a:defRPr>
            </a:lvl1pPr>
          </a:lstStyle>
          <a:p>
            <a:fld id="{AF239A9A-B4B0-4B32-B8CD-2E25E95134C4}" type="datetimeFigureOut">
              <a:rPr lang="en-US" smtClean="0"/>
              <a:t>9/28/2025</a:t>
            </a:fld>
            <a:endParaRPr lang="en-US" dirty="0"/>
          </a:p>
        </p:txBody>
      </p:sp>
      <p:sp>
        <p:nvSpPr>
          <p:cNvPr id="8" name="Footer Placeholder 7"/>
          <p:cNvSpPr>
            <a:spLocks noGrp="1"/>
          </p:cNvSpPr>
          <p:nvPr>
            <p:ph type="ftr" sz="quarter" idx="11"/>
          </p:nvPr>
        </p:nvSpPr>
        <p:spPr/>
        <p:txBody>
          <a:bodyPr/>
          <a:lstStyle>
            <a:lvl1pPr>
              <a:defRPr>
                <a:solidFill>
                  <a:srgbClr val="FFFFFF">
                    <a:alpha val="80000"/>
                  </a:srgbClr>
                </a:solidFill>
              </a:defRPr>
            </a:lvl1pPr>
          </a:lstStyle>
          <a:p>
            <a:endParaRPr lang="en-US" dirty="0"/>
          </a:p>
        </p:txBody>
      </p:sp>
      <p:sp>
        <p:nvSpPr>
          <p:cNvPr id="9" name="Slide Number Placeholder 8"/>
          <p:cNvSpPr>
            <a:spLocks noGrp="1"/>
          </p:cNvSpPr>
          <p:nvPr>
            <p:ph type="sldNum" sz="quarter" idx="12"/>
          </p:nvPr>
        </p:nvSpPr>
        <p:spPr/>
        <p:txBody>
          <a:bodyPr/>
          <a:lstStyle>
            <a:lvl1pPr>
              <a:defRPr>
                <a:solidFill>
                  <a:srgbClr val="FFFFFF">
                    <a:alpha val="25000"/>
                  </a:srgbClr>
                </a:solidFill>
              </a:defRPr>
            </a:lvl1pPr>
          </a:lstStyle>
          <a:p>
            <a:fld id="{6D22F896-40B5-4ADD-8801-0D06FADFA095}" type="slidenum">
              <a:rPr lang="en-US" smtClean="0"/>
              <a:t>‹#›</a:t>
            </a:fld>
            <a:endParaRPr lang="en-US" dirty="0"/>
          </a:p>
        </p:txBody>
      </p:sp>
    </p:spTree>
    <p:extLst>
      <p:ext uri="{BB962C8B-B14F-4D97-AF65-F5344CB8AC3E}">
        <p14:creationId xmlns:p14="http://schemas.microsoft.com/office/powerpoint/2010/main" val="390571161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91E21DC-8981-44E6-BC8C-2BA8F673FFBB}" type="datetimeFigureOut">
              <a:rPr lang="en-US" smtClean="0"/>
              <a:t>9/28/2025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313889402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03504" y="767419"/>
            <a:ext cx="10780776" cy="3355848"/>
          </a:xfrm>
        </p:spPr>
        <p:txBody>
          <a:bodyPr anchor="b">
            <a:normAutofit/>
          </a:bodyPr>
          <a:lstStyle>
            <a:lvl1pPr>
              <a:lnSpc>
                <a:spcPct val="80000"/>
              </a:lnSpc>
              <a:defRPr sz="88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667512" y="4204209"/>
            <a:ext cx="9226296" cy="1645920"/>
          </a:xfrm>
        </p:spPr>
        <p:txBody>
          <a:bodyPr anchor="t">
            <a:normAutofit/>
          </a:bodyPr>
          <a:lstStyle>
            <a:lvl1pPr marL="0" indent="0">
              <a:buNone/>
              <a:defRPr sz="32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AEB9C5D3-0140-4E75-8D7F-C0623D06DFD7}" type="datetimeFigureOut">
              <a:rPr lang="en-US" smtClean="0"/>
              <a:t>9/28/2025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03012929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76656" y="1998134"/>
            <a:ext cx="4663440" cy="376732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011330" y="1998134"/>
            <a:ext cx="4663440" cy="376732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3A5666F9-5B40-48E0-8DFD-99EF944CDD22}" type="datetimeFigureOut">
              <a:rPr lang="en-US" smtClean="0"/>
              <a:t>9/28/2025</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06091734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676656" y="2040467"/>
            <a:ext cx="4663440" cy="723400"/>
          </a:xfrm>
        </p:spPr>
        <p:txBody>
          <a:bodyPr anchor="ctr">
            <a:normAutofit/>
          </a:bodyPr>
          <a:lstStyle>
            <a:lvl1pPr marL="0" indent="0">
              <a:buNone/>
              <a:defRPr sz="2200" b="0" cap="all" baseline="0">
                <a:solidFill>
                  <a:schemeClr val="tx1">
                    <a:lumMod val="85000"/>
                    <a:lumOff val="15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76656" y="2753084"/>
            <a:ext cx="4663440" cy="320040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007608" y="2038435"/>
            <a:ext cx="4663440" cy="722376"/>
          </a:xfrm>
        </p:spPr>
        <p:txBody>
          <a:bodyPr anchor="ctr">
            <a:normAutofit/>
          </a:bodyPr>
          <a:lstStyle>
            <a:lvl1pPr marL="0" indent="0">
              <a:buNone/>
              <a:defRPr sz="2200" b="0" cap="all" baseline="0">
                <a:solidFill>
                  <a:schemeClr val="tx1">
                    <a:lumMod val="85000"/>
                    <a:lumOff val="15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007608" y="2750990"/>
            <a:ext cx="4663440" cy="320040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2A698D6B-2C72-4E21-9893-A649C6E2A47D}" type="datetimeFigureOut">
              <a:rPr lang="en-US" smtClean="0"/>
              <a:t>9/28/2025</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39200436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C86811C9-A66C-49F0-970E-F7B68D9109A0}" type="datetimeFigureOut">
              <a:rPr lang="en-US" smtClean="0"/>
              <a:t>9/28/2025</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51167883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01AE78-96A2-4A23-B183-3B6DB4374FE7}" type="datetimeFigureOut">
              <a:rPr lang="en-US" smtClean="0"/>
              <a:t>9/28/2025</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92985868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7620000" y="0"/>
            <a:ext cx="457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8261404" y="542282"/>
            <a:ext cx="3383280" cy="1920240"/>
          </a:xfrm>
        </p:spPr>
        <p:txBody>
          <a:bodyPr anchor="b">
            <a:noAutofit/>
          </a:bodyPr>
          <a:lstStyle>
            <a:lvl1pPr>
              <a:lnSpc>
                <a:spcPct val="85000"/>
              </a:lnSpc>
              <a:defRPr sz="40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762000" y="762000"/>
            <a:ext cx="6096000" cy="457200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275982" y="2511813"/>
            <a:ext cx="339852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8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5" name="Date Placeholder 4"/>
          <p:cNvSpPr>
            <a:spLocks noGrp="1"/>
          </p:cNvSpPr>
          <p:nvPr>
            <p:ph type="dt" sz="half" idx="10"/>
          </p:nvPr>
        </p:nvSpPr>
        <p:spPr/>
        <p:txBody>
          <a:bodyPr/>
          <a:lstStyle/>
          <a:p>
            <a:fld id="{73AE0757-B101-4811-9189-10EB2F458E2D}" type="datetimeFigureOut">
              <a:rPr lang="en-US" smtClean="0"/>
              <a:t>9/28/2025</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lvl1pPr>
              <a:defRPr>
                <a:solidFill>
                  <a:srgbClr val="FFFFFF">
                    <a:alpha val="20000"/>
                  </a:srgbClr>
                </a:solidFill>
              </a:defRPr>
            </a:lvl1pPr>
          </a:lstStyle>
          <a:p>
            <a:fld id="{6D22F896-40B5-4ADD-8801-0D06FADFA095}" type="slidenum">
              <a:rPr lang="en-US" smtClean="0"/>
              <a:t>‹#›</a:t>
            </a:fld>
            <a:endParaRPr lang="en-US" dirty="0"/>
          </a:p>
        </p:txBody>
      </p:sp>
    </p:spTree>
    <p:extLst>
      <p:ext uri="{BB962C8B-B14F-4D97-AF65-F5344CB8AC3E}">
        <p14:creationId xmlns:p14="http://schemas.microsoft.com/office/powerpoint/2010/main" val="372266335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49224" y="5418667"/>
            <a:ext cx="10780776" cy="613283"/>
          </a:xfrm>
        </p:spPr>
        <p:txBody>
          <a:bodyPr anchor="b">
            <a:normAutofit/>
          </a:bodyPr>
          <a:lstStyle>
            <a:lvl1pPr>
              <a:defRPr sz="32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12192000" cy="5330952"/>
          </a:xfrm>
          <a:solidFill>
            <a:schemeClr val="accent1">
              <a:lumMod val="20000"/>
              <a:lumOff val="80000"/>
            </a:schemeClr>
          </a:solidFill>
        </p:spPr>
        <p:txBody>
          <a:bodyPr anchor="t"/>
          <a:lstStyle>
            <a:lvl1pPr marL="0" indent="0" algn="ctr">
              <a:spcBef>
                <a:spcPts val="800"/>
              </a:spcBef>
              <a:buNone/>
              <a:defRPr sz="3200">
                <a:solidFill>
                  <a:schemeClr val="tx1">
                    <a:lumMod val="75000"/>
                    <a:lumOff val="25000"/>
                  </a:schemeClr>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76656" y="5909735"/>
            <a:ext cx="9229344" cy="533400"/>
          </a:xfrm>
        </p:spPr>
        <p:txBody>
          <a:bodyPr>
            <a:normAutofit/>
          </a:bodyPr>
          <a:lstStyle>
            <a:lvl1pPr marL="0" indent="0">
              <a:lnSpc>
                <a:spcPct val="90000"/>
              </a:lnSpc>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2" name="Date Placeholder 11"/>
          <p:cNvSpPr>
            <a:spLocks noGrp="1"/>
          </p:cNvSpPr>
          <p:nvPr>
            <p:ph type="dt" sz="half" idx="10"/>
          </p:nvPr>
        </p:nvSpPr>
        <p:spPr/>
        <p:txBody>
          <a:bodyPr/>
          <a:lstStyle>
            <a:lvl1pPr>
              <a:defRPr>
                <a:solidFill>
                  <a:srgbClr val="FFFFFF">
                    <a:alpha val="80000"/>
                  </a:srgbClr>
                </a:solidFill>
              </a:defRPr>
            </a:lvl1pPr>
          </a:lstStyle>
          <a:p>
            <a:fld id="{7EBDC078-589F-40E3-816C-EE21D62B5BBA}" type="datetimeFigureOut">
              <a:rPr lang="en-US" smtClean="0"/>
              <a:t>9/28/2025</a:t>
            </a:fld>
            <a:endParaRPr lang="en-US" dirty="0"/>
          </a:p>
        </p:txBody>
      </p:sp>
      <p:sp>
        <p:nvSpPr>
          <p:cNvPr id="13" name="Footer Placeholder 12"/>
          <p:cNvSpPr>
            <a:spLocks noGrp="1"/>
          </p:cNvSpPr>
          <p:nvPr>
            <p:ph type="ftr" sz="quarter" idx="11"/>
          </p:nvPr>
        </p:nvSpPr>
        <p:spPr/>
        <p:txBody>
          <a:bodyPr/>
          <a:lstStyle>
            <a:lvl1pPr>
              <a:defRPr>
                <a:solidFill>
                  <a:srgbClr val="FFFFFF">
                    <a:alpha val="80000"/>
                  </a:srgbClr>
                </a:solidFill>
              </a:defRPr>
            </a:lvl1pPr>
          </a:lstStyle>
          <a:p>
            <a:endParaRPr lang="en-US" dirty="0"/>
          </a:p>
        </p:txBody>
      </p:sp>
      <p:sp>
        <p:nvSpPr>
          <p:cNvPr id="14" name="Slide Number Placeholder 13"/>
          <p:cNvSpPr>
            <a:spLocks noGrp="1"/>
          </p:cNvSpPr>
          <p:nvPr>
            <p:ph type="sldNum" sz="quarter" idx="12"/>
          </p:nvPr>
        </p:nvSpPr>
        <p:spPr/>
        <p:txBody>
          <a:bodyPr/>
          <a:lstStyle>
            <a:lvl1pPr>
              <a:defRPr>
                <a:solidFill>
                  <a:srgbClr val="FFFFFF">
                    <a:alpha val="25000"/>
                  </a:srgbClr>
                </a:solidFill>
              </a:defRPr>
            </a:lvl1pPr>
          </a:lstStyle>
          <a:p>
            <a:fld id="{6D22F896-40B5-4ADD-8801-0D06FADFA095}" type="slidenum">
              <a:rPr lang="en-US" smtClean="0"/>
              <a:t>‹#›</a:t>
            </a:fld>
            <a:endParaRPr lang="en-US" dirty="0"/>
          </a:p>
        </p:txBody>
      </p:sp>
    </p:spTree>
    <p:extLst>
      <p:ext uri="{BB962C8B-B14F-4D97-AF65-F5344CB8AC3E}">
        <p14:creationId xmlns:p14="http://schemas.microsoft.com/office/powerpoint/2010/main" val="1622441800"/>
      </p:ext>
    </p:extLst>
  </p:cSld>
  <p:clrMapOvr>
    <a:overrideClrMapping bg1="lt1" tx1="dk1" bg2="lt2" tx2="dk2" accent1="accent1" accent2="accent2" accent3="accent3" accent4="accent4" accent5="accent5" accent6="accent6" hlink="hlink" folHlink="folHlink"/>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6B61E721-B01C-4D5D-A3CA-2E5518383F10}" type="datetimeFigureOut">
              <a:rPr lang="en-US" smtClean="0"/>
              <a:t>9/28/2025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34395471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43950" y="695325"/>
            <a:ext cx="2628900"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771525" y="714375"/>
            <a:ext cx="7734300"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6513FEF9-69D0-4F8C-A336-59491FBEDC47}" type="datetimeFigureOut">
              <a:rPr lang="en-US" smtClean="0"/>
              <a:t>9/28/2025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6D22F896-40B5-4ADD-8801-0D06FADFA095}" type="slidenum">
              <a:rPr lang="en-US" smtClean="0"/>
              <a:pPr/>
              <a:t>‹#›</a:t>
            </a:fld>
            <a:endParaRPr lang="en-US" dirty="0"/>
          </a:p>
        </p:txBody>
      </p:sp>
    </p:spTree>
    <p:extLst>
      <p:ext uri="{BB962C8B-B14F-4D97-AF65-F5344CB8AC3E}">
        <p14:creationId xmlns:p14="http://schemas.microsoft.com/office/powerpoint/2010/main" val="252032517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878827-7DAA-4B12-BBA5-27FF5C8BD28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D5CE7D9-DC3E-4AB0-8E40-0C04CBA27B9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D80D79C1-DE76-4FCB-8188-181C040E4FF4}"/>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a:extLst>
              <a:ext uri="{FF2B5EF4-FFF2-40B4-BE49-F238E27FC236}">
                <a16:creationId xmlns:a16="http://schemas.microsoft.com/office/drawing/2014/main" id="{C2405598-672E-4D50-854E-B96733DD551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A4805C8-BB65-4C8D-B691-88211A1AA9FE}"/>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71064212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BAD076-4798-4C50-A8B1-90B0468016C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E6131B4-EEF7-4807-8CFA-BB139C1C4900}"/>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4813381-0A75-43C3-B1E7-E16A27D650F3}"/>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a:extLst>
              <a:ext uri="{FF2B5EF4-FFF2-40B4-BE49-F238E27FC236}">
                <a16:creationId xmlns:a16="http://schemas.microsoft.com/office/drawing/2014/main" id="{3CD45E5C-A815-4AAC-A044-A72DB10FF4B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DBF8D4E-A7F2-40E3-A8C3-E9A85B81FCE6}"/>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65805528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F03AF2-1750-42D3-A8EC-CDD7324A7A8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E91DF344-AA40-4E59-92F2-C2DA544233AE}"/>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D7461F01-B958-4045-84C3-B0BB71ED415A}"/>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a:extLst>
              <a:ext uri="{FF2B5EF4-FFF2-40B4-BE49-F238E27FC236}">
                <a16:creationId xmlns:a16="http://schemas.microsoft.com/office/drawing/2014/main" id="{E3CA38DF-389B-4A00-B1DD-FE1B8BAAF51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3AEC238-8C07-4957-9D43-A464BB5CE8AE}"/>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05867827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01C08A-3821-4D5C-909A-2C45E6CD109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2274B3D-856C-47D4-A448-D6C4CBAAF531}"/>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E3493D3-BBCA-45F3-91CA-7D094F96557A}"/>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B890E599-4AB1-4101-8B86-5D077A72D0A0}"/>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6" name="Footer Placeholder 5">
            <a:extLst>
              <a:ext uri="{FF2B5EF4-FFF2-40B4-BE49-F238E27FC236}">
                <a16:creationId xmlns:a16="http://schemas.microsoft.com/office/drawing/2014/main" id="{181E23CE-AD0B-4D46-AC56-7B7C168BDAD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EE6DB82-02F1-41A3-B56E-2065A7358113}"/>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29169864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E21B23-AB25-4C4E-B792-FDBB1E15B2BC}"/>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26F026DB-C6AC-434D-8DD1-074AB824DD6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DFEFF785-4E71-4121-A402-E8FD4B32D72C}"/>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461338B6-DDF8-4D85-8A93-1DA7C32575C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21735309-8E56-4FFD-B8DE-BF2C87DB7E0F}"/>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F394C889-958E-4EDB-A992-ABF68B4D3F54}"/>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8" name="Footer Placeholder 7">
            <a:extLst>
              <a:ext uri="{FF2B5EF4-FFF2-40B4-BE49-F238E27FC236}">
                <a16:creationId xmlns:a16="http://schemas.microsoft.com/office/drawing/2014/main" id="{DCECBBD6-57EE-4AC2-BF91-F33F85650469}"/>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268224FF-CDF8-4626-985E-37641164FA9F}"/>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74789284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24D6F0-6A61-4D68-9ADD-12ECD765B85F}"/>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4AC6083-803D-40D1-AF86-62B35A100120}"/>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4" name="Footer Placeholder 3">
            <a:extLst>
              <a:ext uri="{FF2B5EF4-FFF2-40B4-BE49-F238E27FC236}">
                <a16:creationId xmlns:a16="http://schemas.microsoft.com/office/drawing/2014/main" id="{06E28194-0D70-40AB-9E2C-52A6C15F48D1}"/>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2755B879-22E7-4AFA-BB68-2B9494431166}"/>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354732672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7245807-40C6-44C9-80CA-BFD4B8007C72}"/>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3" name="Footer Placeholder 2">
            <a:extLst>
              <a:ext uri="{FF2B5EF4-FFF2-40B4-BE49-F238E27FC236}">
                <a16:creationId xmlns:a16="http://schemas.microsoft.com/office/drawing/2014/main" id="{7590DC38-D02A-4F45-A87E-775BB3719C6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C059F3A2-CBE7-404E-AED4-60C437788B56}"/>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413117181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91898D-83DC-4932-8FCF-C9612815C22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054D70E1-EFA7-4F48-ABFB-AF343677D23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134D2C29-36E8-430E-BE9C-06B62E23012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C40C6058-FD47-4A03-BFF1-4954DDC6A959}"/>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6" name="Footer Placeholder 5">
            <a:extLst>
              <a:ext uri="{FF2B5EF4-FFF2-40B4-BE49-F238E27FC236}">
                <a16:creationId xmlns:a16="http://schemas.microsoft.com/office/drawing/2014/main" id="{4E4533B8-BA50-49E8-8F51-5FFAD31F05C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560799A-F109-4FFB-8FE4-78B1B964464D}"/>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692053575"/>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E0FD8E-6853-4457-9E2A-560147A384E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BE3367B8-7F55-4B6B-8DC1-CA7466A2E09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4F435A9-F101-4D1C-9344-C46AD7B5C2C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0019DC05-BE1A-4423-ABAB-5C90D9A73D36}"/>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6" name="Footer Placeholder 5">
            <a:extLst>
              <a:ext uri="{FF2B5EF4-FFF2-40B4-BE49-F238E27FC236}">
                <a16:creationId xmlns:a16="http://schemas.microsoft.com/office/drawing/2014/main" id="{6EAF8F60-6705-4B79-98FA-D02C3FFDA78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4C22494-3A9F-40FD-83DF-C79D3F43B525}"/>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12732640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2AD530-FD25-4393-95C3-66ECAD601A5E}"/>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5D12BA7-0160-45FB-8877-6ACB0F6429D2}"/>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8A91E08-0225-43D6-AE4D-3EF59ED63FA2}"/>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a:extLst>
              <a:ext uri="{FF2B5EF4-FFF2-40B4-BE49-F238E27FC236}">
                <a16:creationId xmlns:a16="http://schemas.microsoft.com/office/drawing/2014/main" id="{71948B2C-1FFD-4D0C-A29A-6743E0A6230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4A02C6A-83F2-4C44-92F1-CAD39BE768A9}"/>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293011645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A3EFAE8-9B12-4E1E-876E-310AD2FB1E12}"/>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99753A4B-4004-4596-A7F8-17D75B91D334}"/>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14476B8-A8D0-415B-9638-B6A6AFE967B9}"/>
              </a:ext>
            </a:extLst>
          </p:cNvPr>
          <p:cNvSpPr>
            <a:spLocks noGrp="1"/>
          </p:cNvSpPr>
          <p:nvPr>
            <p:ph type="dt" sz="half" idx="10"/>
          </p:nvPr>
        </p:nvSpPr>
        <p:spPr/>
        <p:txBody>
          <a:bodyPr/>
          <a:lstStyle/>
          <a:p>
            <a:fld id="{BC1D1087-A499-403C-9706-56256D6A62D2}" type="datetimeFigureOut">
              <a:rPr lang="en-US" smtClean="0"/>
              <a:t>9/28/2025</a:t>
            </a:fld>
            <a:endParaRPr lang="en-US"/>
          </a:p>
        </p:txBody>
      </p:sp>
      <p:sp>
        <p:nvSpPr>
          <p:cNvPr id="5" name="Footer Placeholder 4">
            <a:extLst>
              <a:ext uri="{FF2B5EF4-FFF2-40B4-BE49-F238E27FC236}">
                <a16:creationId xmlns:a16="http://schemas.microsoft.com/office/drawing/2014/main" id="{ADD18B58-4B67-4A0C-92F4-24A7241D354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59B9D46-566C-473A-9F38-4F26001360D1}"/>
              </a:ext>
            </a:extLst>
          </p:cNvPr>
          <p:cNvSpPr>
            <a:spLocks noGrp="1"/>
          </p:cNvSpPr>
          <p:nvPr>
            <p:ph type="sldNum" sz="quarter" idx="12"/>
          </p:nvPr>
        </p:nvSpPr>
        <p:spPr/>
        <p:txBody>
          <a:bodyPr/>
          <a:lstStyle/>
          <a:p>
            <a:fld id="{27EB5961-2DF2-47D3-A538-C3172A95AC44}" type="slidenum">
              <a:rPr lang="en-US" smtClean="0"/>
              <a:t>‹#›</a:t>
            </a:fld>
            <a:endParaRPr lang="en-US"/>
          </a:p>
        </p:txBody>
      </p:sp>
    </p:spTree>
    <p:extLst>
      <p:ext uri="{BB962C8B-B14F-4D97-AF65-F5344CB8AC3E}">
        <p14:creationId xmlns:p14="http://schemas.microsoft.com/office/powerpoint/2010/main" val="148848997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5771FA-BE16-4C1E-86D0-DC8A0B329AC5}"/>
              </a:ext>
            </a:extLst>
          </p:cNvPr>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a16="http://schemas.microsoft.com/office/drawing/2014/main" id="{E4249172-0525-49D7-A2E8-DD77D0AEF393}"/>
              </a:ext>
            </a:extLst>
          </p:cNvPr>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id="{91D11EA3-381A-499E-A133-8CA01CB7CD48}"/>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4F8B604E-7C2E-4FEC-AA3D-97FEAE58BA0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476043C-8401-4887-887B-9E41FEA9DA24}"/>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100733097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B0F157-DA10-4A11-A29B-50549C93476A}"/>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200FB92-069D-4BCF-AFFF-D6669C4FEBA6}"/>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CAB370-84AC-4D00-8918-4CEB78AC8279}"/>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70953B6E-2A04-48C5-B33D-F54F6A8779E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0BA076F-45FB-4745-91EC-D1F76C7145E9}"/>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74802312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EAFCD3-A38E-4C0C-99F0-70BA26480E3F}"/>
              </a:ext>
            </a:extLst>
          </p:cNvPr>
          <p:cNvSpPr>
            <a:spLocks noGrp="1"/>
          </p:cNvSpPr>
          <p:nvPr>
            <p:ph type="title"/>
          </p:nvPr>
        </p:nvSpPr>
        <p:spPr>
          <a:xfrm>
            <a:off x="831851" y="1709740"/>
            <a:ext cx="105156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id="{EAAC9567-8BE3-4660-924E-B8F1C5F80FAE}"/>
              </a:ext>
            </a:extLst>
          </p:cNvPr>
          <p:cNvSpPr>
            <a:spLocks noGrp="1"/>
          </p:cNvSpPr>
          <p:nvPr>
            <p:ph type="body" idx="1"/>
          </p:nvPr>
        </p:nvSpPr>
        <p:spPr>
          <a:xfrm>
            <a:off x="831851" y="4589465"/>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14A124AE-C6BD-458E-994C-A6D0B0EE8378}"/>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D947A992-4F67-4DE5-8D3F-FD6443F3B40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AFE13F2-491D-420A-B326-DAD8D2758318}"/>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385539973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55F4AA-5195-4782-A216-9BE8D326465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0744A1C-BD6D-4446-9214-E36B77CA1BFE}"/>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F989C59-552C-4DD0-B95B-B557F0BE6220}"/>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269013F-3ED5-4315-B25A-92CA90D95364}"/>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6" name="Footer Placeholder 5">
            <a:extLst>
              <a:ext uri="{FF2B5EF4-FFF2-40B4-BE49-F238E27FC236}">
                <a16:creationId xmlns:a16="http://schemas.microsoft.com/office/drawing/2014/main" id="{F2310BE9-B419-4141-8EAA-CFBABC3F0A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FEB2B25-636C-49A9-A2AD-03474D97DB64}"/>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69838314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0C580F-5DE3-4802-AB94-5C551C56CAA8}"/>
              </a:ext>
            </a:extLst>
          </p:cNvPr>
          <p:cNvSpPr>
            <a:spLocks noGrp="1"/>
          </p:cNvSpPr>
          <p:nvPr>
            <p:ph type="title"/>
          </p:nvPr>
        </p:nvSpPr>
        <p:spPr>
          <a:xfrm>
            <a:off x="839788" y="365127"/>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9F06DEFB-C589-4867-B1A6-2F636336E044}"/>
              </a:ext>
            </a:extLst>
          </p:cNvPr>
          <p:cNvSpPr>
            <a:spLocks noGrp="1"/>
          </p:cNvSpPr>
          <p:nvPr>
            <p:ph type="body" idx="1"/>
          </p:nvPr>
        </p:nvSpPr>
        <p:spPr>
          <a:xfrm>
            <a:off x="839789"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a:extLst>
              <a:ext uri="{FF2B5EF4-FFF2-40B4-BE49-F238E27FC236}">
                <a16:creationId xmlns:a16="http://schemas.microsoft.com/office/drawing/2014/main" id="{C4072145-8E5B-40E1-955E-311B0ECEE08D}"/>
              </a:ext>
            </a:extLst>
          </p:cNvPr>
          <p:cNvSpPr>
            <a:spLocks noGrp="1"/>
          </p:cNvSpPr>
          <p:nvPr>
            <p:ph sz="half" idx="2"/>
          </p:nvPr>
        </p:nvSpPr>
        <p:spPr>
          <a:xfrm>
            <a:off x="839789"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2605866-8DB6-4992-BDD7-07F154682FFC}"/>
              </a:ext>
            </a:extLst>
          </p:cNvPr>
          <p:cNvSpPr>
            <a:spLocks noGrp="1"/>
          </p:cNvSpPr>
          <p:nvPr>
            <p:ph type="body" sz="quarter" idx="3"/>
          </p:nvPr>
        </p:nvSpPr>
        <p:spPr>
          <a:xfrm>
            <a:off x="6172201"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a:extLst>
              <a:ext uri="{FF2B5EF4-FFF2-40B4-BE49-F238E27FC236}">
                <a16:creationId xmlns:a16="http://schemas.microsoft.com/office/drawing/2014/main" id="{A596DCED-16F6-45C3-9DCC-3194AA7FF3F9}"/>
              </a:ext>
            </a:extLst>
          </p:cNvPr>
          <p:cNvSpPr>
            <a:spLocks noGrp="1"/>
          </p:cNvSpPr>
          <p:nvPr>
            <p:ph sz="quarter" idx="4"/>
          </p:nvPr>
        </p:nvSpPr>
        <p:spPr>
          <a:xfrm>
            <a:off x="6172201"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0869C04-23DD-49C9-A9CA-67FC48A17B34}"/>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8" name="Footer Placeholder 7">
            <a:extLst>
              <a:ext uri="{FF2B5EF4-FFF2-40B4-BE49-F238E27FC236}">
                <a16:creationId xmlns:a16="http://schemas.microsoft.com/office/drawing/2014/main" id="{0B0DED90-6357-473E-9649-9412162B81B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A360121F-D176-4BD8-A8AE-0EDF3436D73B}"/>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3088376464"/>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BE1BE2-3645-4604-AA51-CCA02B5A2C2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D8F1B2D3-2F30-4757-ACF9-6EAEC869FC3C}"/>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4" name="Footer Placeholder 3">
            <a:extLst>
              <a:ext uri="{FF2B5EF4-FFF2-40B4-BE49-F238E27FC236}">
                <a16:creationId xmlns:a16="http://schemas.microsoft.com/office/drawing/2014/main" id="{448B7B7B-0050-4B5B-842C-B81B75757760}"/>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B9F7F962-DE99-4D14-AF88-3918B8F59A82}"/>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80021400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7336AD3-A99A-4152-9828-DA9C8AC5088B}"/>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3" name="Footer Placeholder 2">
            <a:extLst>
              <a:ext uri="{FF2B5EF4-FFF2-40B4-BE49-F238E27FC236}">
                <a16:creationId xmlns:a16="http://schemas.microsoft.com/office/drawing/2014/main" id="{71FE5AFF-0B74-49EF-836A-6AB403A7EE5D}"/>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63525EFA-1A8E-48BE-BCF0-A4EDCA1916C9}"/>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25963240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515B29-6546-4270-8053-079AF003CE13}"/>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id="{EB5F534A-7F7F-4C5A-ADD0-DF775C0A4085}"/>
              </a:ext>
            </a:extLst>
          </p:cNvPr>
          <p:cNvSpPr>
            <a:spLocks noGrp="1"/>
          </p:cNvSpPr>
          <p:nvPr>
            <p:ph idx="1"/>
          </p:nvPr>
        </p:nvSpPr>
        <p:spPr>
          <a:xfrm>
            <a:off x="5183188" y="987427"/>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42DCEAE-DDC0-47C2-806B-2EA0D66FA1BB}"/>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D5A841BC-169D-487B-866B-06193FB50550}"/>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6" name="Footer Placeholder 5">
            <a:extLst>
              <a:ext uri="{FF2B5EF4-FFF2-40B4-BE49-F238E27FC236}">
                <a16:creationId xmlns:a16="http://schemas.microsoft.com/office/drawing/2014/main" id="{F756DD77-C322-4158-B590-40B140DDEB30}"/>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7CD8DE7-664A-45BB-890E-353D2EAC0748}"/>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372025143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5D0D41-7458-4A2E-80B7-EDAF79A62AA2}"/>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id="{748A3135-255B-493E-A673-E4AD9888CF14}"/>
              </a:ext>
            </a:extLst>
          </p:cNvPr>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a:extLst>
              <a:ext uri="{FF2B5EF4-FFF2-40B4-BE49-F238E27FC236}">
                <a16:creationId xmlns:a16="http://schemas.microsoft.com/office/drawing/2014/main" id="{1C252E37-FFA0-48E8-A4A3-FF5975E58397}"/>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88292746-D8A5-46E0-8DCF-F14A65F60362}"/>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6" name="Footer Placeholder 5">
            <a:extLst>
              <a:ext uri="{FF2B5EF4-FFF2-40B4-BE49-F238E27FC236}">
                <a16:creationId xmlns:a16="http://schemas.microsoft.com/office/drawing/2014/main" id="{847C0451-133E-4015-B1A7-1171A1BEFBB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D8C6061-593B-4067-BC28-F60009237A7B}"/>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998884694"/>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6EC986-062D-4268-AAF8-628F962CE34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43DFF04-5BCB-4BCB-A68C-36DC2BFE35A4}"/>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4A146C0-7B1B-451D-98F1-CD73A586BBB1}"/>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EFD2749D-CAB0-4871-907A-8B5FB39E5CE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BE692D2-D623-4F67-88F3-370FB72B018E}"/>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0543864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C20A2EB-8377-4CAB-BD90-CE047EF81AC6}"/>
              </a:ext>
            </a:extLst>
          </p:cNvPr>
          <p:cNvSpPr>
            <a:spLocks noGrp="1"/>
          </p:cNvSpPr>
          <p:nvPr>
            <p:ph type="title" orient="vert"/>
          </p:nvPr>
        </p:nvSpPr>
        <p:spPr>
          <a:xfrm>
            <a:off x="8724901"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6EA36EDB-7A09-4D57-ABD4-16B46459250B}"/>
              </a:ext>
            </a:extLst>
          </p:cNvPr>
          <p:cNvSpPr>
            <a:spLocks noGrp="1"/>
          </p:cNvSpPr>
          <p:nvPr>
            <p:ph type="body" orient="vert" idx="1"/>
          </p:nvPr>
        </p:nvSpPr>
        <p:spPr>
          <a:xfrm>
            <a:off x="838201"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59B29B3-93C4-4FB7-9BD2-B7196BD476AA}"/>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4538B756-1600-499F-A625-3E554C34EC6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BEB865B-EE72-44AB-9195-7B97EF3E9065}"/>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402842058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Chart">
    <p:spTree>
      <p:nvGrpSpPr>
        <p:cNvPr id="1" name=""/>
        <p:cNvGrpSpPr/>
        <p:nvPr/>
      </p:nvGrpSpPr>
      <p:grpSpPr>
        <a:xfrm>
          <a:off x="0" y="0"/>
          <a:ext cx="0" cy="0"/>
          <a:chOff x="0" y="0"/>
          <a:chExt cx="0" cy="0"/>
        </a:xfrm>
      </p:grpSpPr>
      <p:sp useBgFill="1">
        <p:nvSpPr>
          <p:cNvPr id="11" name="Rectangle 10">
            <a:extLst>
              <a:ext uri="{FF2B5EF4-FFF2-40B4-BE49-F238E27FC236}">
                <a16:creationId xmlns:a16="http://schemas.microsoft.com/office/drawing/2014/main" id="{EDEBA854-A26D-41C5-9D40-DF6B49ACB136}"/>
              </a:ext>
            </a:extLst>
          </p:cNvPr>
          <p:cNvSpPr/>
          <p:nvPr userDrawn="1"/>
        </p:nvSpPr>
        <p:spPr>
          <a:xfrm>
            <a:off x="0" y="0"/>
            <a:ext cx="12192001"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0995BFA7-EB65-4E20-A693-324FEF74D3AE}"/>
              </a:ext>
            </a:extLst>
          </p:cNvPr>
          <p:cNvSpPr/>
          <p:nvPr userDrawn="1"/>
        </p:nvSpPr>
        <p:spPr>
          <a:xfrm>
            <a:off x="1038768" y="2130218"/>
            <a:ext cx="11153231" cy="472778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6A9E9218-0397-4231-81F4-03972AB6A3DD}"/>
              </a:ext>
            </a:extLst>
          </p:cNvPr>
          <p:cNvSpPr/>
          <p:nvPr userDrawn="1"/>
        </p:nvSpPr>
        <p:spPr>
          <a:xfrm>
            <a:off x="0" y="896641"/>
            <a:ext cx="12192000" cy="134771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itle 1">
            <a:extLst>
              <a:ext uri="{FF2B5EF4-FFF2-40B4-BE49-F238E27FC236}">
                <a16:creationId xmlns:a16="http://schemas.microsoft.com/office/drawing/2014/main" id="{81905177-1789-44BB-950A-7018653E6466}"/>
              </a:ext>
            </a:extLst>
          </p:cNvPr>
          <p:cNvSpPr>
            <a:spLocks noGrp="1"/>
          </p:cNvSpPr>
          <p:nvPr>
            <p:ph type="title" hasCustomPrompt="1"/>
          </p:nvPr>
        </p:nvSpPr>
        <p:spPr>
          <a:xfrm>
            <a:off x="1535371" y="1044054"/>
            <a:ext cx="10013709" cy="1030360"/>
          </a:xfrm>
        </p:spPr>
        <p:txBody>
          <a:bodyPr/>
          <a:lstStyle>
            <a:lvl1pPr>
              <a:defRPr>
                <a:solidFill>
                  <a:schemeClr val="bg1"/>
                </a:solidFill>
              </a:defRPr>
            </a:lvl1pPr>
          </a:lstStyle>
          <a:p>
            <a:r>
              <a:rPr lang="en-US" dirty="0">
                <a:solidFill>
                  <a:schemeClr val="bg1"/>
                </a:solidFill>
              </a:rPr>
              <a:t>Click to add title</a:t>
            </a:r>
          </a:p>
        </p:txBody>
      </p:sp>
      <p:sp>
        <p:nvSpPr>
          <p:cNvPr id="16" name="Rectangle 15">
            <a:extLst>
              <a:ext uri="{FF2B5EF4-FFF2-40B4-BE49-F238E27FC236}">
                <a16:creationId xmlns:a16="http://schemas.microsoft.com/office/drawing/2014/main" id="{AF2F4B8C-C655-4441-A7FF-616EF634E6E1}"/>
              </a:ext>
            </a:extLst>
          </p:cNvPr>
          <p:cNvSpPr/>
          <p:nvPr userDrawn="1"/>
        </p:nvSpPr>
        <p:spPr>
          <a:xfrm>
            <a:off x="-1" y="962423"/>
            <a:ext cx="1006766" cy="1216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F89301A4-3CA9-4D0E-944E-1BE5921FA0B3}"/>
              </a:ext>
            </a:extLst>
          </p:cNvPr>
          <p:cNvSpPr/>
          <p:nvPr userDrawn="1"/>
        </p:nvSpPr>
        <p:spPr>
          <a:xfrm rot="5400000">
            <a:off x="-2390232" y="3396997"/>
            <a:ext cx="6858002" cy="6400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ooter Placeholder 4">
            <a:extLst>
              <a:ext uri="{FF2B5EF4-FFF2-40B4-BE49-F238E27FC236}">
                <a16:creationId xmlns:a16="http://schemas.microsoft.com/office/drawing/2014/main" id="{A9C29C55-D1EC-4DD4-BA5B-11E4AB1578D7}"/>
              </a:ext>
            </a:extLst>
          </p:cNvPr>
          <p:cNvSpPr>
            <a:spLocks noGrp="1"/>
          </p:cNvSpPr>
          <p:nvPr>
            <p:ph type="ftr" sz="quarter" idx="11"/>
          </p:nvPr>
        </p:nvSpPr>
        <p:spPr>
          <a:xfrm>
            <a:off x="1535371" y="6309360"/>
            <a:ext cx="5732061" cy="457200"/>
          </a:xfrm>
        </p:spPr>
        <p:txBody>
          <a:bodyPr/>
          <a:lstStyle/>
          <a:p>
            <a:r>
              <a:rPr lang="en-US" dirty="0"/>
              <a:t>Presentation Title</a:t>
            </a:r>
          </a:p>
        </p:txBody>
      </p:sp>
      <p:sp>
        <p:nvSpPr>
          <p:cNvPr id="20" name="Date Placeholder 3">
            <a:extLst>
              <a:ext uri="{FF2B5EF4-FFF2-40B4-BE49-F238E27FC236}">
                <a16:creationId xmlns:a16="http://schemas.microsoft.com/office/drawing/2014/main" id="{C31C8C6B-3212-41F0-A8A1-4A6A700AFB9D}"/>
              </a:ext>
            </a:extLst>
          </p:cNvPr>
          <p:cNvSpPr>
            <a:spLocks noGrp="1"/>
          </p:cNvSpPr>
          <p:nvPr>
            <p:ph type="dt" sz="half" idx="10"/>
          </p:nvPr>
        </p:nvSpPr>
        <p:spPr>
          <a:xfrm>
            <a:off x="8202168" y="6309360"/>
            <a:ext cx="2148840" cy="457200"/>
          </a:xfrm>
        </p:spPr>
        <p:txBody>
          <a:bodyPr/>
          <a:lstStyle/>
          <a:p>
            <a:r>
              <a:rPr lang="en-US"/>
              <a:t>2/1/20XX</a:t>
            </a:r>
            <a:endParaRPr lang="en-US" dirty="0"/>
          </a:p>
        </p:txBody>
      </p:sp>
      <p:sp>
        <p:nvSpPr>
          <p:cNvPr id="21" name="Slide Number Placeholder 5">
            <a:extLst>
              <a:ext uri="{FF2B5EF4-FFF2-40B4-BE49-F238E27FC236}">
                <a16:creationId xmlns:a16="http://schemas.microsoft.com/office/drawing/2014/main" id="{67357410-255F-470C-AD92-44B15997A771}"/>
              </a:ext>
            </a:extLst>
          </p:cNvPr>
          <p:cNvSpPr>
            <a:spLocks noGrp="1"/>
          </p:cNvSpPr>
          <p:nvPr>
            <p:ph type="sldNum" sz="quarter" idx="12"/>
          </p:nvPr>
        </p:nvSpPr>
        <p:spPr>
          <a:xfrm>
            <a:off x="10569202" y="6309360"/>
            <a:ext cx="979879" cy="457200"/>
          </a:xfrm>
        </p:spPr>
        <p:txBody>
          <a:bodyPr/>
          <a:lstStyle/>
          <a:p>
            <a:fld id="{FAEF9944-A4F6-4C59-AEBD-678D6480B8EA}" type="slidenum">
              <a:rPr lang="en-US" smtClean="0"/>
              <a:t>‹#›</a:t>
            </a:fld>
            <a:endParaRPr lang="en-US" dirty="0"/>
          </a:p>
        </p:txBody>
      </p:sp>
    </p:spTree>
    <p:extLst>
      <p:ext uri="{BB962C8B-B14F-4D97-AF65-F5344CB8AC3E}">
        <p14:creationId xmlns:p14="http://schemas.microsoft.com/office/powerpoint/2010/main" val="28569211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4" name="Picture 13" descr="graph"/>
          <p:cNvPicPr>
            <a:picLocks noChangeAspect="1" noChangeArrowheads="1"/>
          </p:cNvPicPr>
          <p:nvPr userDrawn="1"/>
        </p:nvPicPr>
        <p:blipFill>
          <a:blip r:embed="rId2">
            <a:extLst>
              <a:ext uri="{28A0092B-C50C-407E-A947-70E740481C1C}">
                <a14:useLocalDpi xmlns:a14="http://schemas.microsoft.com/office/drawing/2010/main" val="0"/>
              </a:ext>
            </a:extLst>
          </a:blip>
          <a:srcRect l="3638" t="2191" r="3653" b="2213"/>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4" name="Rectangle 2"/>
          <p:cNvSpPr>
            <a:spLocks noGrp="1" noChangeArrowheads="1"/>
          </p:cNvSpPr>
          <p:nvPr>
            <p:ph type="ctrTitle"/>
          </p:nvPr>
        </p:nvSpPr>
        <p:spPr>
          <a:xfrm>
            <a:off x="914400" y="1196975"/>
            <a:ext cx="10363200" cy="1470025"/>
          </a:xfrm>
        </p:spPr>
        <p:txBody>
          <a:bodyPr/>
          <a:lstStyle>
            <a:lvl1pPr>
              <a:defRPr/>
            </a:lvl1pPr>
          </a:lstStyle>
          <a:p>
            <a:pPr lvl="0"/>
            <a:r>
              <a:rPr lang="en-US" noProof="0"/>
              <a:t>Click to edit Master title style</a:t>
            </a:r>
          </a:p>
        </p:txBody>
      </p:sp>
      <p:sp>
        <p:nvSpPr>
          <p:cNvPr id="3075" name="Rectangle 3"/>
          <p:cNvSpPr>
            <a:spLocks noGrp="1" noChangeArrowheads="1"/>
          </p:cNvSpPr>
          <p:nvPr>
            <p:ph type="subTitle" idx="1"/>
          </p:nvPr>
        </p:nvSpPr>
        <p:spPr>
          <a:xfrm>
            <a:off x="1828800" y="2952750"/>
            <a:ext cx="8534400" cy="1752600"/>
          </a:xfrm>
        </p:spPr>
        <p:txBody>
          <a:bodyPr/>
          <a:lstStyle>
            <a:lvl1pPr marL="0" indent="0" algn="ctr">
              <a:buFontTx/>
              <a:buNone/>
              <a:defRPr/>
            </a:lvl1pPr>
          </a:lstStyle>
          <a:p>
            <a:pPr lvl="0"/>
            <a:r>
              <a:rPr lang="en-US" noProof="0"/>
              <a:t>Click to edit Master subtitle style</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smtClean="0"/>
            </a:lvl1pPr>
          </a:lstStyle>
          <a:p>
            <a:pPr>
              <a:defRPr/>
            </a:pPr>
            <a:fld id="{78EE160E-37CC-4D8D-B979-6386FBC2E1E9}" type="slidenum">
              <a:rPr lang="en-US" altLang="en-US"/>
              <a:pPr>
                <a:defRPr/>
              </a:pPr>
              <a:t>‹#›</a:t>
            </a:fld>
            <a:endParaRPr lang="en-US" altLang="en-US"/>
          </a:p>
        </p:txBody>
      </p:sp>
    </p:spTree>
    <p:extLst>
      <p:ext uri="{BB962C8B-B14F-4D97-AF65-F5344CB8AC3E}">
        <p14:creationId xmlns:p14="http://schemas.microsoft.com/office/powerpoint/2010/main" val="1757094836"/>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93DBF01-A5FB-4D57-BE8C-C9BF9CA051CD}" type="slidenum">
              <a:rPr lang="en-US" altLang="en-US"/>
              <a:pPr>
                <a:defRPr/>
              </a:pPr>
              <a:t>‹#›</a:t>
            </a:fld>
            <a:endParaRPr lang="en-US" altLang="en-US"/>
          </a:p>
        </p:txBody>
      </p:sp>
    </p:spTree>
    <p:extLst>
      <p:ext uri="{BB962C8B-B14F-4D97-AF65-F5344CB8AC3E}">
        <p14:creationId xmlns:p14="http://schemas.microsoft.com/office/powerpoint/2010/main" val="136848977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3000" b="1" cap="all"/>
            </a:lvl1pPr>
          </a:lstStyle>
          <a:p>
            <a:r>
              <a:rPr lang="en-US"/>
              <a:t>Click to edit Master title style</a:t>
            </a:r>
            <a:endParaRPr lang="en-GB"/>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B4778DF-B5A4-4242-A50C-3DDD3273F78D}" type="slidenum">
              <a:rPr lang="en-US" altLang="en-US"/>
              <a:pPr>
                <a:defRPr/>
              </a:pPr>
              <a:t>‹#›</a:t>
            </a:fld>
            <a:endParaRPr lang="en-US" altLang="en-US"/>
          </a:p>
        </p:txBody>
      </p:sp>
    </p:spTree>
    <p:extLst>
      <p:ext uri="{BB962C8B-B14F-4D97-AF65-F5344CB8AC3E}">
        <p14:creationId xmlns:p14="http://schemas.microsoft.com/office/powerpoint/2010/main" val="377277133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sz="half" idx="1"/>
          </p:nvPr>
        </p:nvSpPr>
        <p:spPr>
          <a:xfrm>
            <a:off x="609600" y="1600202"/>
            <a:ext cx="5384800" cy="3700463"/>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7600" y="1600202"/>
            <a:ext cx="5384800" cy="3700463"/>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2663879F-3A1A-4D9D-9FD5-6CBC38D55D17}" type="slidenum">
              <a:rPr lang="en-US" altLang="en-US"/>
              <a:pPr>
                <a:defRPr/>
              </a:pPr>
              <a:t>‹#›</a:t>
            </a:fld>
            <a:endParaRPr lang="en-US" altLang="en-US"/>
          </a:p>
        </p:txBody>
      </p:sp>
    </p:spTree>
    <p:extLst>
      <p:ext uri="{BB962C8B-B14F-4D97-AF65-F5344CB8AC3E}">
        <p14:creationId xmlns:p14="http://schemas.microsoft.com/office/powerpoint/2010/main" val="283606837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GB"/>
          </a:p>
        </p:txBody>
      </p:sp>
      <p:sp>
        <p:nvSpPr>
          <p:cNvPr id="3" name="Text Placeholder 2"/>
          <p:cNvSpPr>
            <a:spLocks noGrp="1"/>
          </p:cNvSpPr>
          <p:nvPr>
            <p:ph type="body" idx="1"/>
          </p:nvPr>
        </p:nvSpPr>
        <p:spPr>
          <a:xfrm>
            <a:off x="609600" y="1535113"/>
            <a:ext cx="5386917"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p:cNvSpPr>
            <a:spLocks noGrp="1"/>
          </p:cNvSpPr>
          <p:nvPr>
            <p:ph type="body" sz="quarter" idx="3"/>
          </p:nvPr>
        </p:nvSpPr>
        <p:spPr>
          <a:xfrm>
            <a:off x="6193369" y="1535113"/>
            <a:ext cx="5389033"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AC028257-8119-4899-9F0B-1785D7220E3E}" type="slidenum">
              <a:rPr lang="en-US" altLang="en-US"/>
              <a:pPr>
                <a:defRPr/>
              </a:pPr>
              <a:t>‹#›</a:t>
            </a:fld>
            <a:endParaRPr lang="en-US" altLang="en-US"/>
          </a:p>
        </p:txBody>
      </p:sp>
    </p:spTree>
    <p:extLst>
      <p:ext uri="{BB962C8B-B14F-4D97-AF65-F5344CB8AC3E}">
        <p14:creationId xmlns:p14="http://schemas.microsoft.com/office/powerpoint/2010/main" val="149938605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7DC00943-405F-4C69-AB7D-3E801DF3DF9C}" type="slidenum">
              <a:rPr lang="en-US" altLang="en-US"/>
              <a:pPr>
                <a:defRPr/>
              </a:pPr>
              <a:t>‹#›</a:t>
            </a:fld>
            <a:endParaRPr lang="en-US" altLang="en-US"/>
          </a:p>
        </p:txBody>
      </p:sp>
    </p:spTree>
    <p:extLst>
      <p:ext uri="{BB962C8B-B14F-4D97-AF65-F5344CB8AC3E}">
        <p14:creationId xmlns:p14="http://schemas.microsoft.com/office/powerpoint/2010/main" val="293083645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C67F9502-F20C-41E5-A6B8-799F8705C8A7}" type="slidenum">
              <a:rPr lang="en-US" altLang="en-US"/>
              <a:pPr>
                <a:defRPr/>
              </a:pPr>
              <a:t>‹#›</a:t>
            </a:fld>
            <a:endParaRPr lang="en-US" altLang="en-US"/>
          </a:p>
        </p:txBody>
      </p:sp>
    </p:spTree>
    <p:extLst>
      <p:ext uri="{BB962C8B-B14F-4D97-AF65-F5344CB8AC3E}">
        <p14:creationId xmlns:p14="http://schemas.microsoft.com/office/powerpoint/2010/main" val="105483052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p:spPr>
        <p:txBody>
          <a:bodyPr anchor="b"/>
          <a:lstStyle>
            <a:lvl1pPr algn="l">
              <a:defRPr sz="1500" b="1"/>
            </a:lvl1pPr>
          </a:lstStyle>
          <a:p>
            <a:r>
              <a:rPr lang="en-US"/>
              <a:t>Click to edit Master title style</a:t>
            </a:r>
            <a:endParaRPr lang="en-GB"/>
          </a:p>
        </p:txBody>
      </p:sp>
      <p:sp>
        <p:nvSpPr>
          <p:cNvPr id="3" name="Content Placeholder 2"/>
          <p:cNvSpPr>
            <a:spLocks noGrp="1"/>
          </p:cNvSpPr>
          <p:nvPr>
            <p:ph idx="1"/>
          </p:nvPr>
        </p:nvSpPr>
        <p:spPr>
          <a:xfrm>
            <a:off x="4766733" y="273053"/>
            <a:ext cx="6815667"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half" idx="2"/>
          </p:nvPr>
        </p:nvSpPr>
        <p:spPr>
          <a:xfrm>
            <a:off x="609602" y="1435103"/>
            <a:ext cx="4011084"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D8F0C514-AF7D-4BC0-87B9-1E11A75EB07D}" type="slidenum">
              <a:rPr lang="en-US" altLang="en-US"/>
              <a:pPr>
                <a:defRPr/>
              </a:pPr>
              <a:t>‹#›</a:t>
            </a:fld>
            <a:endParaRPr lang="en-US" altLang="en-US"/>
          </a:p>
        </p:txBody>
      </p:sp>
    </p:spTree>
    <p:extLst>
      <p:ext uri="{BB962C8B-B14F-4D97-AF65-F5344CB8AC3E}">
        <p14:creationId xmlns:p14="http://schemas.microsoft.com/office/powerpoint/2010/main" val="2255625862"/>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1500" b="1"/>
            </a:lvl1pPr>
          </a:lstStyle>
          <a:p>
            <a:r>
              <a:rPr lang="en-US"/>
              <a:t>Click to edit Master title style</a:t>
            </a:r>
            <a:endParaRPr lang="en-GB"/>
          </a:p>
        </p:txBody>
      </p:sp>
      <p:sp>
        <p:nvSpPr>
          <p:cNvPr id="3" name="Picture Placeholder 2"/>
          <p:cNvSpPr>
            <a:spLocks noGrp="1"/>
          </p:cNvSpPr>
          <p:nvPr>
            <p:ph type="pic" idx="1"/>
          </p:nvPr>
        </p:nvSpPr>
        <p:spPr>
          <a:xfrm>
            <a:off x="2389717" y="612775"/>
            <a:ext cx="73152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GB"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BAA7FCC5-46E4-47BC-AB36-26C563A2A3FE}" type="slidenum">
              <a:rPr lang="en-US" altLang="en-US"/>
              <a:pPr>
                <a:defRPr/>
              </a:pPr>
              <a:t>‹#›</a:t>
            </a:fld>
            <a:endParaRPr lang="en-US" altLang="en-US"/>
          </a:p>
        </p:txBody>
      </p:sp>
    </p:spTree>
    <p:extLst>
      <p:ext uri="{BB962C8B-B14F-4D97-AF65-F5344CB8AC3E}">
        <p14:creationId xmlns:p14="http://schemas.microsoft.com/office/powerpoint/2010/main" val="324794178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F065A53F-C4EC-42D7-8F1E-DE3C96957658}" type="slidenum">
              <a:rPr lang="en-US" altLang="en-US"/>
              <a:pPr>
                <a:defRPr/>
              </a:pPr>
              <a:t>‹#›</a:t>
            </a:fld>
            <a:endParaRPr lang="en-US" altLang="en-US"/>
          </a:p>
        </p:txBody>
      </p:sp>
    </p:spTree>
    <p:extLst>
      <p:ext uri="{BB962C8B-B14F-4D97-AF65-F5344CB8AC3E}">
        <p14:creationId xmlns:p14="http://schemas.microsoft.com/office/powerpoint/2010/main" val="1643344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1"/>
            <a:ext cx="2743200" cy="5026025"/>
          </a:xfrm>
        </p:spPr>
        <p:txBody>
          <a:bodyPr vert="eaVert"/>
          <a:lstStyle/>
          <a:p>
            <a:r>
              <a:rPr lang="en-US"/>
              <a:t>Click to edit Master title style</a:t>
            </a:r>
            <a:endParaRPr lang="en-GB"/>
          </a:p>
        </p:txBody>
      </p:sp>
      <p:sp>
        <p:nvSpPr>
          <p:cNvPr id="3" name="Vertical Text Placeholder 2"/>
          <p:cNvSpPr>
            <a:spLocks noGrp="1"/>
          </p:cNvSpPr>
          <p:nvPr>
            <p:ph type="body" orient="vert" idx="1"/>
          </p:nvPr>
        </p:nvSpPr>
        <p:spPr>
          <a:xfrm>
            <a:off x="609600" y="274641"/>
            <a:ext cx="8026400" cy="50260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E39C8EA4-CECC-4C97-831D-F89F82B423A8}" type="slidenum">
              <a:rPr lang="en-US" altLang="en-US"/>
              <a:pPr>
                <a:defRPr/>
              </a:pPr>
              <a:t>‹#›</a:t>
            </a:fld>
            <a:endParaRPr lang="en-US" altLang="en-US"/>
          </a:p>
        </p:txBody>
      </p:sp>
    </p:spTree>
    <p:extLst>
      <p:ext uri="{BB962C8B-B14F-4D97-AF65-F5344CB8AC3E}">
        <p14:creationId xmlns:p14="http://schemas.microsoft.com/office/powerpoint/2010/main" val="325065468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endParaRPr lang="en-GB"/>
          </a:p>
        </p:txBody>
      </p:sp>
      <p:sp>
        <p:nvSpPr>
          <p:cNvPr id="3" name="Chart Placeholder 2"/>
          <p:cNvSpPr>
            <a:spLocks noGrp="1"/>
          </p:cNvSpPr>
          <p:nvPr>
            <p:ph type="chart" idx="1"/>
          </p:nvPr>
        </p:nvSpPr>
        <p:spPr>
          <a:xfrm>
            <a:off x="609600" y="1600202"/>
            <a:ext cx="10972800" cy="3700463"/>
          </a:xfrm>
        </p:spPr>
        <p:txBody>
          <a:bodyPr/>
          <a:lstStyle/>
          <a:p>
            <a:pPr lvl="0"/>
            <a:endParaRPr lang="en-GB" noProof="0"/>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92B2D51B-1ADC-4A39-855B-B8F85D60A5DD}" type="slidenum">
              <a:rPr lang="en-US" altLang="en-US"/>
              <a:pPr>
                <a:defRPr/>
              </a:pPr>
              <a:t>‹#›</a:t>
            </a:fld>
            <a:endParaRPr lang="en-US" altLang="en-US"/>
          </a:p>
        </p:txBody>
      </p:sp>
    </p:spTree>
    <p:extLst>
      <p:ext uri="{BB962C8B-B14F-4D97-AF65-F5344CB8AC3E}">
        <p14:creationId xmlns:p14="http://schemas.microsoft.com/office/powerpoint/2010/main" val="3679098136"/>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endParaRPr lang="en-GB"/>
          </a:p>
        </p:txBody>
      </p:sp>
      <p:sp>
        <p:nvSpPr>
          <p:cNvPr id="3" name="Text Placeholder 2"/>
          <p:cNvSpPr>
            <a:spLocks noGrp="1"/>
          </p:cNvSpPr>
          <p:nvPr>
            <p:ph type="body" sz="half" idx="1"/>
          </p:nvPr>
        </p:nvSpPr>
        <p:spPr>
          <a:xfrm>
            <a:off x="609600" y="1600202"/>
            <a:ext cx="5384800" cy="37004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7600" y="1600202"/>
            <a:ext cx="5384800" cy="37004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209A35B-9E1E-4472-B428-B76D2C1BD9F9}" type="slidenum">
              <a:rPr lang="en-US" altLang="en-US"/>
              <a:pPr>
                <a:defRPr/>
              </a:pPr>
              <a:t>‹#›</a:t>
            </a:fld>
            <a:endParaRPr lang="en-US" altLang="en-US"/>
          </a:p>
        </p:txBody>
      </p:sp>
    </p:spTree>
    <p:extLst>
      <p:ext uri="{BB962C8B-B14F-4D97-AF65-F5344CB8AC3E}">
        <p14:creationId xmlns:p14="http://schemas.microsoft.com/office/powerpoint/2010/main" val="292813408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30"/>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257175" indent="0" algn="ctr">
              <a:buNone/>
              <a:defRPr>
                <a:solidFill>
                  <a:schemeClr val="tx1">
                    <a:tint val="75000"/>
                  </a:schemeClr>
                </a:solidFill>
              </a:defRPr>
            </a:lvl2pPr>
            <a:lvl3pPr marL="514350" indent="0" algn="ctr">
              <a:buNone/>
              <a:defRPr>
                <a:solidFill>
                  <a:schemeClr val="tx1">
                    <a:tint val="75000"/>
                  </a:schemeClr>
                </a:solidFill>
              </a:defRPr>
            </a:lvl3pPr>
            <a:lvl4pPr marL="771525" indent="0" algn="ctr">
              <a:buNone/>
              <a:defRPr>
                <a:solidFill>
                  <a:schemeClr val="tx1">
                    <a:tint val="75000"/>
                  </a:schemeClr>
                </a:solidFill>
              </a:defRPr>
            </a:lvl4pPr>
            <a:lvl5pPr marL="1028700" indent="0" algn="ctr">
              <a:buNone/>
              <a:defRPr>
                <a:solidFill>
                  <a:schemeClr val="tx1">
                    <a:tint val="75000"/>
                  </a:schemeClr>
                </a:solidFill>
              </a:defRPr>
            </a:lvl5pPr>
            <a:lvl6pPr marL="1285875" indent="0" algn="ctr">
              <a:buNone/>
              <a:defRPr>
                <a:solidFill>
                  <a:schemeClr val="tx1">
                    <a:tint val="75000"/>
                  </a:schemeClr>
                </a:solidFill>
              </a:defRPr>
            </a:lvl6pPr>
            <a:lvl7pPr marL="1543050" indent="0" algn="ctr">
              <a:buNone/>
              <a:defRPr>
                <a:solidFill>
                  <a:schemeClr val="tx1">
                    <a:tint val="75000"/>
                  </a:schemeClr>
                </a:solidFill>
              </a:defRPr>
            </a:lvl7pPr>
            <a:lvl8pPr marL="1800225" indent="0" algn="ctr">
              <a:buNone/>
              <a:defRPr>
                <a:solidFill>
                  <a:schemeClr val="tx1">
                    <a:tint val="75000"/>
                  </a:schemeClr>
                </a:solidFill>
              </a:defRPr>
            </a:lvl8pPr>
            <a:lvl9pPr marL="20574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83A6A481-4185-416C-B0AE-3D8396B35273}" type="slidenum">
              <a:rPr lang="en-US" altLang="en-US"/>
              <a:pPr>
                <a:defRPr/>
              </a:pPr>
              <a:t>‹#›</a:t>
            </a:fld>
            <a:endParaRPr lang="en-US" altLang="en-US"/>
          </a:p>
        </p:txBody>
      </p:sp>
    </p:spTree>
    <p:extLst>
      <p:ext uri="{BB962C8B-B14F-4D97-AF65-F5344CB8AC3E}">
        <p14:creationId xmlns:p14="http://schemas.microsoft.com/office/powerpoint/2010/main" val="277117182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525DAA86-D487-4582-8852-AA829BCF81E2}" type="slidenum">
              <a:rPr lang="en-US" altLang="en-US"/>
              <a:pPr>
                <a:defRPr/>
              </a:pPr>
              <a:t>‹#›</a:t>
            </a:fld>
            <a:endParaRPr lang="en-US" altLang="en-US"/>
          </a:p>
        </p:txBody>
      </p:sp>
    </p:spTree>
    <p:extLst>
      <p:ext uri="{BB962C8B-B14F-4D97-AF65-F5344CB8AC3E}">
        <p14:creationId xmlns:p14="http://schemas.microsoft.com/office/powerpoint/2010/main" val="110974358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anchor="t"/>
          <a:lstStyle>
            <a:lvl1pPr algn="l">
              <a:defRPr sz="225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1125">
                <a:solidFill>
                  <a:schemeClr val="tx1">
                    <a:tint val="75000"/>
                  </a:schemeClr>
                </a:solidFill>
              </a:defRPr>
            </a:lvl1pPr>
            <a:lvl2pPr marL="257175" indent="0">
              <a:buNone/>
              <a:defRPr sz="1013">
                <a:solidFill>
                  <a:schemeClr val="tx1">
                    <a:tint val="75000"/>
                  </a:schemeClr>
                </a:solidFill>
              </a:defRPr>
            </a:lvl2pPr>
            <a:lvl3pPr marL="514350" indent="0">
              <a:buNone/>
              <a:defRPr sz="900">
                <a:solidFill>
                  <a:schemeClr val="tx1">
                    <a:tint val="75000"/>
                  </a:schemeClr>
                </a:solidFill>
              </a:defRPr>
            </a:lvl3pPr>
            <a:lvl4pPr marL="771525" indent="0">
              <a:buNone/>
              <a:defRPr sz="788">
                <a:solidFill>
                  <a:schemeClr val="tx1">
                    <a:tint val="75000"/>
                  </a:schemeClr>
                </a:solidFill>
              </a:defRPr>
            </a:lvl4pPr>
            <a:lvl5pPr marL="1028700" indent="0">
              <a:buNone/>
              <a:defRPr sz="788">
                <a:solidFill>
                  <a:schemeClr val="tx1">
                    <a:tint val="75000"/>
                  </a:schemeClr>
                </a:solidFill>
              </a:defRPr>
            </a:lvl5pPr>
            <a:lvl6pPr marL="1285875" indent="0">
              <a:buNone/>
              <a:defRPr sz="788">
                <a:solidFill>
                  <a:schemeClr val="tx1">
                    <a:tint val="75000"/>
                  </a:schemeClr>
                </a:solidFill>
              </a:defRPr>
            </a:lvl6pPr>
            <a:lvl7pPr marL="1543050" indent="0">
              <a:buNone/>
              <a:defRPr sz="788">
                <a:solidFill>
                  <a:schemeClr val="tx1">
                    <a:tint val="75000"/>
                  </a:schemeClr>
                </a:solidFill>
              </a:defRPr>
            </a:lvl7pPr>
            <a:lvl8pPr marL="1800225" indent="0">
              <a:buNone/>
              <a:defRPr sz="788">
                <a:solidFill>
                  <a:schemeClr val="tx1">
                    <a:tint val="75000"/>
                  </a:schemeClr>
                </a:solidFill>
              </a:defRPr>
            </a:lvl8pPr>
            <a:lvl9pPr marL="2057400" indent="0">
              <a:buNone/>
              <a:defRPr sz="788">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D210BE2E-6396-470C-A5EF-11FD5D874D17}" type="slidenum">
              <a:rPr lang="en-US" altLang="en-US"/>
              <a:pPr>
                <a:defRPr/>
              </a:pPr>
              <a:t>‹#›</a:t>
            </a:fld>
            <a:endParaRPr lang="en-US" altLang="en-US"/>
          </a:p>
        </p:txBody>
      </p:sp>
    </p:spTree>
    <p:extLst>
      <p:ext uri="{BB962C8B-B14F-4D97-AF65-F5344CB8AC3E}">
        <p14:creationId xmlns:p14="http://schemas.microsoft.com/office/powerpoint/2010/main" val="238216115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5"/>
            <a:ext cx="5384800" cy="4525963"/>
          </a:xfrm>
        </p:spPr>
        <p:txBody>
          <a:bodyPr/>
          <a:lstStyle>
            <a:lvl1pPr>
              <a:defRPr sz="1575"/>
            </a:lvl1pPr>
            <a:lvl2pPr>
              <a:defRPr sz="1350"/>
            </a:lvl2pPr>
            <a:lvl3pPr>
              <a:defRPr sz="1125"/>
            </a:lvl3pPr>
            <a:lvl4pPr>
              <a:defRPr sz="1013"/>
            </a:lvl4pPr>
            <a:lvl5pPr>
              <a:defRPr sz="1013"/>
            </a:lvl5pPr>
            <a:lvl6pPr>
              <a:defRPr sz="1013"/>
            </a:lvl6pPr>
            <a:lvl7pPr>
              <a:defRPr sz="1013"/>
            </a:lvl7pPr>
            <a:lvl8pPr>
              <a:defRPr sz="1013"/>
            </a:lvl8pPr>
            <a:lvl9pPr>
              <a:defRPr sz="101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5"/>
            <a:ext cx="5384800" cy="4525963"/>
          </a:xfrm>
        </p:spPr>
        <p:txBody>
          <a:bodyPr/>
          <a:lstStyle>
            <a:lvl1pPr>
              <a:defRPr sz="1575"/>
            </a:lvl1pPr>
            <a:lvl2pPr>
              <a:defRPr sz="1350"/>
            </a:lvl2pPr>
            <a:lvl3pPr>
              <a:defRPr sz="1125"/>
            </a:lvl3pPr>
            <a:lvl4pPr>
              <a:defRPr sz="1013"/>
            </a:lvl4pPr>
            <a:lvl5pPr>
              <a:defRPr sz="1013"/>
            </a:lvl5pPr>
            <a:lvl6pPr>
              <a:defRPr sz="1013"/>
            </a:lvl6pPr>
            <a:lvl7pPr>
              <a:defRPr sz="1013"/>
            </a:lvl7pPr>
            <a:lvl8pPr>
              <a:defRPr sz="1013"/>
            </a:lvl8pPr>
            <a:lvl9pPr>
              <a:defRPr sz="101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02F141B5-3D08-4999-8B27-551A22F4C907}" type="slidenum">
              <a:rPr lang="en-US" altLang="en-US"/>
              <a:pPr>
                <a:defRPr/>
              </a:pPr>
              <a:t>‹#›</a:t>
            </a:fld>
            <a:endParaRPr lang="en-US" altLang="en-US"/>
          </a:p>
        </p:txBody>
      </p:sp>
    </p:spTree>
    <p:extLst>
      <p:ext uri="{BB962C8B-B14F-4D97-AF65-F5344CB8AC3E}">
        <p14:creationId xmlns:p14="http://schemas.microsoft.com/office/powerpoint/2010/main" val="34614258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1350" b="1"/>
            </a:lvl1pPr>
            <a:lvl2pPr marL="257175" indent="0">
              <a:buNone/>
              <a:defRPr sz="1125" b="1"/>
            </a:lvl2pPr>
            <a:lvl3pPr marL="514350" indent="0">
              <a:buNone/>
              <a:defRPr sz="1013" b="1"/>
            </a:lvl3pPr>
            <a:lvl4pPr marL="771525" indent="0">
              <a:buNone/>
              <a:defRPr sz="900" b="1"/>
            </a:lvl4pPr>
            <a:lvl5pPr marL="1028700" indent="0">
              <a:buNone/>
              <a:defRPr sz="900" b="1"/>
            </a:lvl5pPr>
            <a:lvl6pPr marL="1285875" indent="0">
              <a:buNone/>
              <a:defRPr sz="900" b="1"/>
            </a:lvl6pPr>
            <a:lvl7pPr marL="1543050" indent="0">
              <a:buNone/>
              <a:defRPr sz="900" b="1"/>
            </a:lvl7pPr>
            <a:lvl8pPr marL="1800225" indent="0">
              <a:buNone/>
              <a:defRPr sz="900" b="1"/>
            </a:lvl8pPr>
            <a:lvl9pPr marL="2057400" indent="0">
              <a:buNone/>
              <a:defRPr sz="9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1350"/>
            </a:lvl1pPr>
            <a:lvl2pPr>
              <a:defRPr sz="1125"/>
            </a:lvl2pPr>
            <a:lvl3pPr>
              <a:defRPr sz="1013"/>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3"/>
            <a:ext cx="5389033" cy="639762"/>
          </a:xfrm>
        </p:spPr>
        <p:txBody>
          <a:bodyPr anchor="b"/>
          <a:lstStyle>
            <a:lvl1pPr marL="0" indent="0">
              <a:buNone/>
              <a:defRPr sz="1350" b="1"/>
            </a:lvl1pPr>
            <a:lvl2pPr marL="257175" indent="0">
              <a:buNone/>
              <a:defRPr sz="1125" b="1"/>
            </a:lvl2pPr>
            <a:lvl3pPr marL="514350" indent="0">
              <a:buNone/>
              <a:defRPr sz="1013" b="1"/>
            </a:lvl3pPr>
            <a:lvl4pPr marL="771525" indent="0">
              <a:buNone/>
              <a:defRPr sz="900" b="1"/>
            </a:lvl4pPr>
            <a:lvl5pPr marL="1028700" indent="0">
              <a:buNone/>
              <a:defRPr sz="900" b="1"/>
            </a:lvl5pPr>
            <a:lvl6pPr marL="1285875" indent="0">
              <a:buNone/>
              <a:defRPr sz="900" b="1"/>
            </a:lvl6pPr>
            <a:lvl7pPr marL="1543050" indent="0">
              <a:buNone/>
              <a:defRPr sz="900" b="1"/>
            </a:lvl7pPr>
            <a:lvl8pPr marL="1800225" indent="0">
              <a:buNone/>
              <a:defRPr sz="900" b="1"/>
            </a:lvl8pPr>
            <a:lvl9pPr marL="2057400" indent="0">
              <a:buNone/>
              <a:defRPr sz="900"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1350"/>
            </a:lvl1pPr>
            <a:lvl2pPr>
              <a:defRPr sz="1125"/>
            </a:lvl2pPr>
            <a:lvl3pPr>
              <a:defRPr sz="1013"/>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C8F17390-B0F6-4A5C-8E97-34214B383216}" type="slidenum">
              <a:rPr lang="en-US" altLang="en-US"/>
              <a:pPr>
                <a:defRPr/>
              </a:pPr>
              <a:t>‹#›</a:t>
            </a:fld>
            <a:endParaRPr lang="en-US" altLang="en-US"/>
          </a:p>
        </p:txBody>
      </p:sp>
    </p:spTree>
    <p:extLst>
      <p:ext uri="{BB962C8B-B14F-4D97-AF65-F5344CB8AC3E}">
        <p14:creationId xmlns:p14="http://schemas.microsoft.com/office/powerpoint/2010/main" val="2539280182"/>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94F9B65C-78BE-461D-AE71-441C4988390D}" type="slidenum">
              <a:rPr lang="en-US" altLang="en-US"/>
              <a:pPr>
                <a:defRPr/>
              </a:pPr>
              <a:t>‹#›</a:t>
            </a:fld>
            <a:endParaRPr lang="en-US" altLang="en-US"/>
          </a:p>
        </p:txBody>
      </p:sp>
    </p:spTree>
    <p:extLst>
      <p:ext uri="{BB962C8B-B14F-4D97-AF65-F5344CB8AC3E}">
        <p14:creationId xmlns:p14="http://schemas.microsoft.com/office/powerpoint/2010/main" val="332677690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7FF3451F-0E83-4ABA-9E13-21CF2A3199D9}" type="slidenum">
              <a:rPr lang="en-US" altLang="en-US"/>
              <a:pPr>
                <a:defRPr/>
              </a:pPr>
              <a:t>‹#›</a:t>
            </a:fld>
            <a:endParaRPr lang="en-US" altLang="en-US"/>
          </a:p>
        </p:txBody>
      </p:sp>
    </p:spTree>
    <p:extLst>
      <p:ext uri="{BB962C8B-B14F-4D97-AF65-F5344CB8AC3E}">
        <p14:creationId xmlns:p14="http://schemas.microsoft.com/office/powerpoint/2010/main" val="285005602"/>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50"/>
            <a:ext cx="4011084" cy="1162050"/>
          </a:xfrm>
        </p:spPr>
        <p:txBody>
          <a:bodyPr anchor="b"/>
          <a:lstStyle>
            <a:lvl1pPr algn="l">
              <a:defRPr sz="1125" b="1"/>
            </a:lvl1pPr>
          </a:lstStyle>
          <a:p>
            <a:r>
              <a:rPr lang="en-US"/>
              <a:t>Click to edit Master title style</a:t>
            </a:r>
          </a:p>
        </p:txBody>
      </p:sp>
      <p:sp>
        <p:nvSpPr>
          <p:cNvPr id="3" name="Content Placeholder 2"/>
          <p:cNvSpPr>
            <a:spLocks noGrp="1"/>
          </p:cNvSpPr>
          <p:nvPr>
            <p:ph idx="1"/>
          </p:nvPr>
        </p:nvSpPr>
        <p:spPr>
          <a:xfrm>
            <a:off x="4766733" y="273055"/>
            <a:ext cx="6815667" cy="5853113"/>
          </a:xfrm>
        </p:spPr>
        <p:txBody>
          <a:bodyPr/>
          <a:lstStyle>
            <a:lvl1pPr>
              <a:defRPr sz="1800"/>
            </a:lvl1pPr>
            <a:lvl2pPr>
              <a:defRPr sz="1575"/>
            </a:lvl2pPr>
            <a:lvl3pPr>
              <a:defRPr sz="1350"/>
            </a:lvl3pPr>
            <a:lvl4pPr>
              <a:defRPr sz="1125"/>
            </a:lvl4pPr>
            <a:lvl5pPr>
              <a:defRPr sz="1125"/>
            </a:lvl5pPr>
            <a:lvl6pPr>
              <a:defRPr sz="1125"/>
            </a:lvl6pPr>
            <a:lvl7pPr>
              <a:defRPr sz="1125"/>
            </a:lvl7pPr>
            <a:lvl8pPr>
              <a:defRPr sz="1125"/>
            </a:lvl8pPr>
            <a:lvl9pPr>
              <a:defRPr sz="1125"/>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788"/>
            </a:lvl1pPr>
            <a:lvl2pPr marL="257175" indent="0">
              <a:buNone/>
              <a:defRPr sz="675"/>
            </a:lvl2pPr>
            <a:lvl3pPr marL="514350" indent="0">
              <a:buNone/>
              <a:defRPr sz="563"/>
            </a:lvl3pPr>
            <a:lvl4pPr marL="771525" indent="0">
              <a:buNone/>
              <a:defRPr sz="506"/>
            </a:lvl4pPr>
            <a:lvl5pPr marL="1028700" indent="0">
              <a:buNone/>
              <a:defRPr sz="506"/>
            </a:lvl5pPr>
            <a:lvl6pPr marL="1285875" indent="0">
              <a:buNone/>
              <a:defRPr sz="506"/>
            </a:lvl6pPr>
            <a:lvl7pPr marL="1543050" indent="0">
              <a:buNone/>
              <a:defRPr sz="506"/>
            </a:lvl7pPr>
            <a:lvl8pPr marL="1800225" indent="0">
              <a:buNone/>
              <a:defRPr sz="506"/>
            </a:lvl8pPr>
            <a:lvl9pPr marL="2057400" indent="0">
              <a:buNone/>
              <a:defRPr sz="506"/>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861EF910-1344-4C5D-BC30-2161215A0F62}" type="slidenum">
              <a:rPr lang="en-US" altLang="en-US"/>
              <a:pPr>
                <a:defRPr/>
              </a:pPr>
              <a:t>‹#›</a:t>
            </a:fld>
            <a:endParaRPr lang="en-US" altLang="en-US"/>
          </a:p>
        </p:txBody>
      </p:sp>
    </p:spTree>
    <p:extLst>
      <p:ext uri="{BB962C8B-B14F-4D97-AF65-F5344CB8AC3E}">
        <p14:creationId xmlns:p14="http://schemas.microsoft.com/office/powerpoint/2010/main" val="224510097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1125"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1800"/>
            </a:lvl1pPr>
            <a:lvl2pPr marL="257175" indent="0">
              <a:buNone/>
              <a:defRPr sz="1575"/>
            </a:lvl2pPr>
            <a:lvl3pPr marL="514350" indent="0">
              <a:buNone/>
              <a:defRPr sz="1350"/>
            </a:lvl3pPr>
            <a:lvl4pPr marL="771525" indent="0">
              <a:buNone/>
              <a:defRPr sz="1125"/>
            </a:lvl4pPr>
            <a:lvl5pPr marL="1028700" indent="0">
              <a:buNone/>
              <a:defRPr sz="1125"/>
            </a:lvl5pPr>
            <a:lvl6pPr marL="1285875" indent="0">
              <a:buNone/>
              <a:defRPr sz="1125"/>
            </a:lvl6pPr>
            <a:lvl7pPr marL="1543050" indent="0">
              <a:buNone/>
              <a:defRPr sz="1125"/>
            </a:lvl7pPr>
            <a:lvl8pPr marL="1800225" indent="0">
              <a:buNone/>
              <a:defRPr sz="1125"/>
            </a:lvl8pPr>
            <a:lvl9pPr marL="2057400" indent="0">
              <a:buNone/>
              <a:defRPr sz="1125"/>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788"/>
            </a:lvl1pPr>
            <a:lvl2pPr marL="257175" indent="0">
              <a:buNone/>
              <a:defRPr sz="675"/>
            </a:lvl2pPr>
            <a:lvl3pPr marL="514350" indent="0">
              <a:buNone/>
              <a:defRPr sz="563"/>
            </a:lvl3pPr>
            <a:lvl4pPr marL="771525" indent="0">
              <a:buNone/>
              <a:defRPr sz="506"/>
            </a:lvl4pPr>
            <a:lvl5pPr marL="1028700" indent="0">
              <a:buNone/>
              <a:defRPr sz="506"/>
            </a:lvl5pPr>
            <a:lvl6pPr marL="1285875" indent="0">
              <a:buNone/>
              <a:defRPr sz="506"/>
            </a:lvl6pPr>
            <a:lvl7pPr marL="1543050" indent="0">
              <a:buNone/>
              <a:defRPr sz="506"/>
            </a:lvl7pPr>
            <a:lvl8pPr marL="1800225" indent="0">
              <a:buNone/>
              <a:defRPr sz="506"/>
            </a:lvl8pPr>
            <a:lvl9pPr marL="2057400" indent="0">
              <a:buNone/>
              <a:defRPr sz="506"/>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93185156-6697-43F4-8AEF-8A7581F10907}" type="slidenum">
              <a:rPr lang="en-US" altLang="en-US"/>
              <a:pPr>
                <a:defRPr/>
              </a:pPr>
              <a:t>‹#›</a:t>
            </a:fld>
            <a:endParaRPr lang="en-US" altLang="en-US"/>
          </a:p>
        </p:txBody>
      </p:sp>
    </p:spTree>
    <p:extLst>
      <p:ext uri="{BB962C8B-B14F-4D97-AF65-F5344CB8AC3E}">
        <p14:creationId xmlns:p14="http://schemas.microsoft.com/office/powerpoint/2010/main" val="75558140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227072B4-7338-4C79-A187-96B50929E634}" type="slidenum">
              <a:rPr lang="en-US" altLang="en-US"/>
              <a:pPr>
                <a:defRPr/>
              </a:pPr>
              <a:t>‹#›</a:t>
            </a:fld>
            <a:endParaRPr lang="en-US" altLang="en-US"/>
          </a:p>
        </p:txBody>
      </p:sp>
    </p:spTree>
    <p:extLst>
      <p:ext uri="{BB962C8B-B14F-4D97-AF65-F5344CB8AC3E}">
        <p14:creationId xmlns:p14="http://schemas.microsoft.com/office/powerpoint/2010/main" val="57055845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3"/>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3"/>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1C440989-2367-435C-94F0-B43EE48357AF}" type="slidenum">
              <a:rPr lang="en-US" altLang="en-US"/>
              <a:pPr>
                <a:defRPr/>
              </a:pPr>
              <a:t>‹#›</a:t>
            </a:fld>
            <a:endParaRPr lang="en-US" altLang="en-US"/>
          </a:p>
        </p:txBody>
      </p:sp>
    </p:spTree>
    <p:extLst>
      <p:ext uri="{BB962C8B-B14F-4D97-AF65-F5344CB8AC3E}">
        <p14:creationId xmlns:p14="http://schemas.microsoft.com/office/powerpoint/2010/main" val="318840409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53519D74-014B-4D26-BC7B-8A88646CFF51}" type="datetimeFigureOut">
              <a:rPr lang="en-US">
                <a:solidFill>
                  <a:prstClr val="black">
                    <a:tint val="75000"/>
                  </a:prstClr>
                </a:solidFill>
              </a:rPr>
              <a:pPr>
                <a:defRPr/>
              </a:pPr>
              <a:t>9/28/2025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EBF16A36-6DAB-478E-B9BA-DB70AF8BC6ED}" type="slidenum">
              <a:rPr lang="en-US" altLang="en-US"/>
              <a:pPr>
                <a:defRPr/>
              </a:pPr>
              <a:t>‹#›</a:t>
            </a:fld>
            <a:endParaRPr lang="en-US" altLang="en-US"/>
          </a:p>
        </p:txBody>
      </p:sp>
    </p:spTree>
    <p:extLst>
      <p:ext uri="{BB962C8B-B14F-4D97-AF65-F5344CB8AC3E}">
        <p14:creationId xmlns:p14="http://schemas.microsoft.com/office/powerpoint/2010/main" val="8120809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EEAEA56-7245-4CEA-B9E8-04F853A85CB9}" type="datetimeFigureOut">
              <a:rPr lang="en-US">
                <a:solidFill>
                  <a:prstClr val="black">
                    <a:tint val="75000"/>
                  </a:prstClr>
                </a:solidFill>
              </a:rPr>
              <a:pPr>
                <a:defRPr/>
              </a:pPr>
              <a:t>9/28/2025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81B14808-9868-4EA1-BA81-B1C12F75E547}" type="slidenum">
              <a:rPr lang="en-US" altLang="en-US"/>
              <a:pPr>
                <a:defRPr/>
              </a:pPr>
              <a:t>‹#›</a:t>
            </a:fld>
            <a:endParaRPr lang="en-US" altLang="en-US"/>
          </a:p>
        </p:txBody>
      </p:sp>
    </p:spTree>
    <p:extLst>
      <p:ext uri="{BB962C8B-B14F-4D97-AF65-F5344CB8AC3E}">
        <p14:creationId xmlns:p14="http://schemas.microsoft.com/office/powerpoint/2010/main" val="2034672713"/>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749CA664-21A7-4315-A58C-60ED1B598371}" type="datetimeFigureOut">
              <a:rPr lang="en-US">
                <a:solidFill>
                  <a:prstClr val="black">
                    <a:tint val="75000"/>
                  </a:prstClr>
                </a:solidFill>
              </a:rPr>
              <a:pPr>
                <a:defRPr/>
              </a:pPr>
              <a:t>9/28/2025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8E557772-FBF6-40BE-9151-171F7C3C313F}" type="slidenum">
              <a:rPr lang="en-US" altLang="en-US"/>
              <a:pPr>
                <a:defRPr/>
              </a:pPr>
              <a:t>‹#›</a:t>
            </a:fld>
            <a:endParaRPr lang="en-US" altLang="en-US"/>
          </a:p>
        </p:txBody>
      </p:sp>
    </p:spTree>
    <p:extLst>
      <p:ext uri="{BB962C8B-B14F-4D97-AF65-F5344CB8AC3E}">
        <p14:creationId xmlns:p14="http://schemas.microsoft.com/office/powerpoint/2010/main" val="67474492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3"/>
            <a:ext cx="5384800" cy="4525963"/>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3"/>
            <a:ext cx="5384800" cy="4525963"/>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12DB667A-1840-4BE8-B2A4-8746C5423395}" type="datetimeFigureOut">
              <a:rPr lang="en-US">
                <a:solidFill>
                  <a:prstClr val="black">
                    <a:tint val="75000"/>
                  </a:prstClr>
                </a:solidFill>
              </a:rPr>
              <a:pPr>
                <a:defRPr/>
              </a:pPr>
              <a:t>9/28/2025</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A0490134-5E4C-4160-A126-7FF06F5FBACA}" type="slidenum">
              <a:rPr lang="en-US" altLang="en-US"/>
              <a:pPr>
                <a:defRPr/>
              </a:pPr>
              <a:t>‹#›</a:t>
            </a:fld>
            <a:endParaRPr lang="en-US" altLang="en-US"/>
          </a:p>
        </p:txBody>
      </p:sp>
    </p:spTree>
    <p:extLst>
      <p:ext uri="{BB962C8B-B14F-4D97-AF65-F5344CB8AC3E}">
        <p14:creationId xmlns:p14="http://schemas.microsoft.com/office/powerpoint/2010/main" val="76928448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4EC33CBC-F189-4658-AB8E-0F1F006CBD47}" type="datetimeFigureOut">
              <a:rPr lang="en-US">
                <a:solidFill>
                  <a:prstClr val="black">
                    <a:tint val="75000"/>
                  </a:prstClr>
                </a:solidFill>
              </a:rPr>
              <a:pPr>
                <a:defRPr/>
              </a:pPr>
              <a:t>9/28/2025</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9446FF00-7F5F-4F65-B7BE-7976EE93BD34}" type="slidenum">
              <a:rPr lang="en-US" altLang="en-US"/>
              <a:pPr>
                <a:defRPr/>
              </a:pPr>
              <a:t>‹#›</a:t>
            </a:fld>
            <a:endParaRPr lang="en-US" altLang="en-US"/>
          </a:p>
        </p:txBody>
      </p:sp>
    </p:spTree>
    <p:extLst>
      <p:ext uri="{BB962C8B-B14F-4D97-AF65-F5344CB8AC3E}">
        <p14:creationId xmlns:p14="http://schemas.microsoft.com/office/powerpoint/2010/main" val="345033011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AC1D9DD3-0495-425E-8936-9916E06F45FA}" type="datetimeFigureOut">
              <a:rPr lang="en-US">
                <a:solidFill>
                  <a:prstClr val="black">
                    <a:tint val="75000"/>
                  </a:prstClr>
                </a:solidFill>
              </a:rPr>
              <a:pPr>
                <a:defRPr/>
              </a:pPr>
              <a:t>9/28/2025</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D3B9FB01-B661-40F4-881F-C3E187FA5D7D}" type="slidenum">
              <a:rPr lang="en-US" altLang="en-US"/>
              <a:pPr>
                <a:defRPr/>
              </a:pPr>
              <a:t>‹#›</a:t>
            </a:fld>
            <a:endParaRPr lang="en-US" altLang="en-US"/>
          </a:p>
        </p:txBody>
      </p:sp>
    </p:spTree>
    <p:extLst>
      <p:ext uri="{BB962C8B-B14F-4D97-AF65-F5344CB8AC3E}">
        <p14:creationId xmlns:p14="http://schemas.microsoft.com/office/powerpoint/2010/main" val="343379657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5862F34-D246-4535-93E6-77FF46FB47C8}" type="datetimeFigureOut">
              <a:rPr lang="en-US">
                <a:solidFill>
                  <a:prstClr val="black">
                    <a:tint val="75000"/>
                  </a:prstClr>
                </a:solidFill>
              </a:rPr>
              <a:pPr>
                <a:defRPr/>
              </a:pPr>
              <a:t>9/28/2025</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A566CC41-6C09-421C-AE99-295CE75A5742}" type="slidenum">
              <a:rPr lang="en-US" altLang="en-US"/>
              <a:pPr>
                <a:defRPr/>
              </a:pPr>
              <a:t>‹#›</a:t>
            </a:fld>
            <a:endParaRPr lang="en-US" altLang="en-US"/>
          </a:p>
        </p:txBody>
      </p:sp>
    </p:spTree>
    <p:extLst>
      <p:ext uri="{BB962C8B-B14F-4D97-AF65-F5344CB8AC3E}">
        <p14:creationId xmlns:p14="http://schemas.microsoft.com/office/powerpoint/2010/main" val="4291819215"/>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E2493759-4DCF-4448-81E9-75851888E521}" type="datetimeFigureOut">
              <a:rPr lang="en-US">
                <a:solidFill>
                  <a:prstClr val="black">
                    <a:tint val="75000"/>
                  </a:prstClr>
                </a:solidFill>
              </a:rPr>
              <a:pPr>
                <a:defRPr/>
              </a:pPr>
              <a:t>9/28/2025</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8EF1461D-9C00-4713-895A-BEA66C4C3C6A}" type="slidenum">
              <a:rPr lang="en-US" altLang="en-US"/>
              <a:pPr>
                <a:defRPr/>
              </a:pPr>
              <a:t>‹#›</a:t>
            </a:fld>
            <a:endParaRPr lang="en-US" altLang="en-US"/>
          </a:p>
        </p:txBody>
      </p:sp>
    </p:spTree>
    <p:extLst>
      <p:ext uri="{BB962C8B-B14F-4D97-AF65-F5344CB8AC3E}">
        <p14:creationId xmlns:p14="http://schemas.microsoft.com/office/powerpoint/2010/main" val="4152159908"/>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7FF35F26-1F6D-4FDF-9855-0D68E4B489D5}" type="datetimeFigureOut">
              <a:rPr lang="en-US">
                <a:solidFill>
                  <a:prstClr val="black">
                    <a:tint val="75000"/>
                  </a:prstClr>
                </a:solidFill>
              </a:rPr>
              <a:pPr>
                <a:defRPr/>
              </a:pPr>
              <a:t>9/28/2025</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650D40E-B5DD-4BAB-B961-2E8DDF948191}" type="slidenum">
              <a:rPr lang="en-US" altLang="en-US"/>
              <a:pPr>
                <a:defRPr/>
              </a:pPr>
              <a:t>‹#›</a:t>
            </a:fld>
            <a:endParaRPr lang="en-US" altLang="en-US"/>
          </a:p>
        </p:txBody>
      </p:sp>
    </p:spTree>
    <p:extLst>
      <p:ext uri="{BB962C8B-B14F-4D97-AF65-F5344CB8AC3E}">
        <p14:creationId xmlns:p14="http://schemas.microsoft.com/office/powerpoint/2010/main" val="383532133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666B5898-5BA1-47C7-B9E5-6881ABDDAD16}" type="datetimeFigureOut">
              <a:rPr lang="en-US">
                <a:solidFill>
                  <a:prstClr val="black">
                    <a:tint val="75000"/>
                  </a:prstClr>
                </a:solidFill>
              </a:rPr>
              <a:pPr>
                <a:defRPr/>
              </a:pPr>
              <a:t>9/28/2025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947F9FA6-CF97-45DD-9FBB-2A41C0D1622D}" type="slidenum">
              <a:rPr lang="en-US" altLang="en-US"/>
              <a:pPr>
                <a:defRPr/>
              </a:pPr>
              <a:t>‹#›</a:t>
            </a:fld>
            <a:endParaRPr lang="en-US" altLang="en-US"/>
          </a:p>
        </p:txBody>
      </p:sp>
    </p:spTree>
    <p:extLst>
      <p:ext uri="{BB962C8B-B14F-4D97-AF65-F5344CB8AC3E}">
        <p14:creationId xmlns:p14="http://schemas.microsoft.com/office/powerpoint/2010/main" val="123260452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1"/>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1"/>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079CD0C4-77AF-44C2-B217-E203EB25E167}" type="datetimeFigureOut">
              <a:rPr lang="en-US">
                <a:solidFill>
                  <a:prstClr val="black">
                    <a:tint val="75000"/>
                  </a:prstClr>
                </a:solidFill>
              </a:rPr>
              <a:pPr>
                <a:defRPr/>
              </a:pPr>
              <a:t>9/28/2025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81DC79F2-CF4E-4666-9D1F-423CB38EC15F}" type="slidenum">
              <a:rPr lang="en-US" altLang="en-US"/>
              <a:pPr>
                <a:defRPr/>
              </a:pPr>
              <a:t>‹#›</a:t>
            </a:fld>
            <a:endParaRPr lang="en-US" altLang="en-US"/>
          </a:p>
        </p:txBody>
      </p:sp>
    </p:spTree>
    <p:extLst>
      <p:ext uri="{BB962C8B-B14F-4D97-AF65-F5344CB8AC3E}">
        <p14:creationId xmlns:p14="http://schemas.microsoft.com/office/powerpoint/2010/main" val="773854817"/>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dirty="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2865405903"/>
      </p:ext>
    </p:extLst>
  </p:cSld>
  <p:clrMapOvr>
    <a:masterClrMapping/>
  </p:clrMapOvr>
  <p:extLst>
    <p:ext uri="{DCECCB84-F9BA-43D5-87BE-67443E8EF086}">
      <p15:sldGuideLst xmlns:p15="http://schemas.microsoft.com/office/powerpoint/2012/main">
        <p15:guide id="1" pos="7392">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9930406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406759655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4105611"/>
      </p:ext>
    </p:extLst>
  </p:cSld>
  <p:clrMapOvr>
    <a:masterClrMapping/>
  </p:clrMapOvr>
  <p:extLst>
    <p:ext uri="{DCECCB84-F9BA-43D5-87BE-67443E8EF086}">
      <p15:sldGuideLst xmlns:p15="http://schemas.microsoft.com/office/powerpoint/2012/main">
        <p15:guide id="1" pos="3840">
          <p15:clr>
            <a:srgbClr val="FBAE40"/>
          </p15:clr>
        </p15:guide>
        <p15:guide id="2" pos="2568">
          <p15:clr>
            <a:srgbClr val="5ACBF0"/>
          </p15:clr>
        </p15:guide>
        <p15:guide id="3" pos="5136">
          <p15:clr>
            <a:srgbClr val="5ACBF0"/>
          </p15:clr>
        </p15:guide>
        <p15:guide id="4" pos="7392">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4271202949"/>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190517999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69800651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324867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1448637995"/>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1068923776"/>
      </p:ext>
    </p:extLst>
  </p:cSld>
  <p:clrMapOvr>
    <a:masterClrMapping/>
  </p:clrMapOvr>
  <p:extLst>
    <p:ext uri="{DCECCB84-F9BA-43D5-87BE-67443E8EF086}">
      <p15:sldGuideLst xmlns:p15="http://schemas.microsoft.com/office/powerpoint/2012/main">
        <p15:guide id="1" orient="horz" pos="3432">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75677567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2970583409"/>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569183781"/>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229350550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4391826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22189530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57038608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44823114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419997479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62064348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5384438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191238686"/>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82797893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BE1BE2-3645-4604-AA51-CCA02B5A2C2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D8F1B2D3-2F30-4757-ACF9-6EAEC869FC3C}"/>
              </a:ext>
            </a:extLst>
          </p:cNvPr>
          <p:cNvSpPr>
            <a:spLocks noGrp="1"/>
          </p:cNvSpPr>
          <p:nvPr>
            <p:ph type="dt" sz="half" idx="10"/>
          </p:nvPr>
        </p:nvSpPr>
        <p:spPr/>
        <p:txBody>
          <a:bodyPr/>
          <a:lstStyle/>
          <a:p>
            <a:fld id="{1210552C-D2EE-429C-8F10-87868A576033}" type="datetimeFigureOut">
              <a:rPr lang="en-US" smtClean="0"/>
              <a:t>9/28/2025</a:t>
            </a:fld>
            <a:endParaRPr lang="en-US"/>
          </a:p>
        </p:txBody>
      </p:sp>
      <p:sp>
        <p:nvSpPr>
          <p:cNvPr id="4" name="Footer Placeholder 3">
            <a:extLst>
              <a:ext uri="{FF2B5EF4-FFF2-40B4-BE49-F238E27FC236}">
                <a16:creationId xmlns:a16="http://schemas.microsoft.com/office/drawing/2014/main" id="{448B7B7B-0050-4B5B-842C-B81B75757760}"/>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B9F7F962-DE99-4D14-AF88-3918B8F59A82}"/>
              </a:ext>
            </a:extLst>
          </p:cNvPr>
          <p:cNvSpPr>
            <a:spLocks noGrp="1"/>
          </p:cNvSpPr>
          <p:nvPr>
            <p:ph type="sldNum" sz="quarter" idx="12"/>
          </p:nvPr>
        </p:nvSpPr>
        <p:spPr/>
        <p:txBody>
          <a:bodyPr/>
          <a:lstStyle/>
          <a:p>
            <a:fld id="{B4A935CD-6950-45A5-B2A5-CC8A5C839D84}" type="slidenum">
              <a:rPr lang="en-US" smtClean="0"/>
              <a:t>‹#›</a:t>
            </a:fld>
            <a:endParaRPr lang="en-US"/>
          </a:p>
        </p:txBody>
      </p:sp>
    </p:spTree>
    <p:extLst>
      <p:ext uri="{BB962C8B-B14F-4D97-AF65-F5344CB8AC3E}">
        <p14:creationId xmlns:p14="http://schemas.microsoft.com/office/powerpoint/2010/main" val="27916233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7.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theme" Target="../theme/theme8.xml"/><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2" Type="http://schemas.openxmlformats.org/officeDocument/2006/relationships/slideLayout" Target="../slideLayouts/slideLayout79.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0" Type="http://schemas.openxmlformats.org/officeDocument/2006/relationships/slideLayout" Target="../slideLayouts/slideLayout87.xml"/><Relationship Id="rId4" Type="http://schemas.openxmlformats.org/officeDocument/2006/relationships/slideLayout" Target="../slideLayouts/slideLayout81.xml"/><Relationship Id="rId9" Type="http://schemas.openxmlformats.org/officeDocument/2006/relationships/slideLayout" Target="../slideLayouts/slideLayout8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slideLayout" Target="../slideLayouts/slideLayout101.xml"/><Relationship Id="rId2" Type="http://schemas.openxmlformats.org/officeDocument/2006/relationships/slideLayout" Target="../slideLayouts/slideLayout91.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5" Type="http://schemas.openxmlformats.org/officeDocument/2006/relationships/image" Target="../media/image1.png"/><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0.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theme" Target="../theme/theme10.xml"/><Relationship Id="rId2" Type="http://schemas.openxmlformats.org/officeDocument/2006/relationships/slideLayout" Target="../slideLayouts/slideLayout104.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0" Type="http://schemas.openxmlformats.org/officeDocument/2006/relationships/slideLayout" Target="../slideLayouts/slideLayout112.xml"/><Relationship Id="rId4" Type="http://schemas.openxmlformats.org/officeDocument/2006/relationships/slideLayout" Target="../slideLayouts/slideLayout106.xml"/><Relationship Id="rId9" Type="http://schemas.openxmlformats.org/officeDocument/2006/relationships/slideLayout" Target="../slideLayouts/slideLayout11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theme" Target="../theme/theme11.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2.xml"/><Relationship Id="rId13" Type="http://schemas.openxmlformats.org/officeDocument/2006/relationships/slideLayout" Target="../slideLayouts/slideLayout137.xml"/><Relationship Id="rId18" Type="http://schemas.openxmlformats.org/officeDocument/2006/relationships/slideLayout" Target="../slideLayouts/slideLayout142.xml"/><Relationship Id="rId3" Type="http://schemas.openxmlformats.org/officeDocument/2006/relationships/slideLayout" Target="../slideLayouts/slideLayout127.xml"/><Relationship Id="rId21" Type="http://schemas.openxmlformats.org/officeDocument/2006/relationships/slideLayout" Target="../slideLayouts/slideLayout145.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17" Type="http://schemas.openxmlformats.org/officeDocument/2006/relationships/slideLayout" Target="../slideLayouts/slideLayout141.xml"/><Relationship Id="rId25" Type="http://schemas.openxmlformats.org/officeDocument/2006/relationships/theme" Target="../theme/theme12.xml"/><Relationship Id="rId2" Type="http://schemas.openxmlformats.org/officeDocument/2006/relationships/slideLayout" Target="../slideLayouts/slideLayout126.xml"/><Relationship Id="rId16" Type="http://schemas.openxmlformats.org/officeDocument/2006/relationships/slideLayout" Target="../slideLayouts/slideLayout140.xml"/><Relationship Id="rId20" Type="http://schemas.openxmlformats.org/officeDocument/2006/relationships/slideLayout" Target="../slideLayouts/slideLayout144.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24" Type="http://schemas.openxmlformats.org/officeDocument/2006/relationships/slideLayout" Target="../slideLayouts/slideLayout148.xml"/><Relationship Id="rId5" Type="http://schemas.openxmlformats.org/officeDocument/2006/relationships/slideLayout" Target="../slideLayouts/slideLayout129.xml"/><Relationship Id="rId15" Type="http://schemas.openxmlformats.org/officeDocument/2006/relationships/slideLayout" Target="../slideLayouts/slideLayout139.xml"/><Relationship Id="rId23" Type="http://schemas.openxmlformats.org/officeDocument/2006/relationships/slideLayout" Target="../slideLayouts/slideLayout147.xml"/><Relationship Id="rId10" Type="http://schemas.openxmlformats.org/officeDocument/2006/relationships/slideLayout" Target="../slideLayouts/slideLayout134.xml"/><Relationship Id="rId19" Type="http://schemas.openxmlformats.org/officeDocument/2006/relationships/slideLayout" Target="../slideLayouts/slideLayout143.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slideLayout" Target="../slideLayouts/slideLayout138.xml"/><Relationship Id="rId22" Type="http://schemas.openxmlformats.org/officeDocument/2006/relationships/slideLayout" Target="../slideLayouts/slideLayout14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31A28D7-6581-4956-AAE3-9104804DF55B}"/>
              </a:ext>
            </a:extLst>
          </p:cNvPr>
          <p:cNvSpPr>
            <a:spLocks noGrp="1"/>
          </p:cNvSpPr>
          <p:nvPr>
            <p:ph type="title"/>
          </p:nvPr>
        </p:nvSpPr>
        <p:spPr>
          <a:xfrm>
            <a:off x="521208" y="978408"/>
            <a:ext cx="11155680" cy="1463040"/>
          </a:xfrm>
          <a:prstGeom prst="rect">
            <a:avLst/>
          </a:prstGeom>
        </p:spPr>
        <p:txBody>
          <a:bodyPr vert="horz" lIns="91440" tIns="45720" rIns="91440" bIns="45720" rtlCol="0" anchor="t">
            <a:normAutofit/>
          </a:bodyPr>
          <a:lstStyle/>
          <a:p>
            <a:r>
              <a:rPr lang="en-US" dirty="0"/>
              <a:t>Click to edit Master title style</a:t>
            </a:r>
          </a:p>
        </p:txBody>
      </p:sp>
      <p:sp>
        <p:nvSpPr>
          <p:cNvPr id="3" name="Text Placeholder 2">
            <a:extLst>
              <a:ext uri="{FF2B5EF4-FFF2-40B4-BE49-F238E27FC236}">
                <a16:creationId xmlns:a16="http://schemas.microsoft.com/office/drawing/2014/main" id="{F3CFCCA4-57A4-08A1-FC45-D2BBA66FABFA}"/>
              </a:ext>
            </a:extLst>
          </p:cNvPr>
          <p:cNvSpPr>
            <a:spLocks noGrp="1"/>
          </p:cNvSpPr>
          <p:nvPr>
            <p:ph type="body" idx="1"/>
          </p:nvPr>
        </p:nvSpPr>
        <p:spPr>
          <a:xfrm>
            <a:off x="521208" y="2578608"/>
            <a:ext cx="11155680" cy="376732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B0FAA0F4-2442-8D45-3C3D-1B8F55C8683A}"/>
              </a:ext>
            </a:extLst>
          </p:cNvPr>
          <p:cNvSpPr>
            <a:spLocks noGrp="1"/>
          </p:cNvSpPr>
          <p:nvPr>
            <p:ph type="dt" sz="half" idx="2"/>
          </p:nvPr>
        </p:nvSpPr>
        <p:spPr>
          <a:xfrm>
            <a:off x="521208" y="6419088"/>
            <a:ext cx="2743200" cy="365125"/>
          </a:xfrm>
          <a:prstGeom prst="rect">
            <a:avLst/>
          </a:prstGeom>
        </p:spPr>
        <p:txBody>
          <a:bodyPr vert="horz" lIns="91440" tIns="45720" rIns="91440" bIns="45720" rtlCol="0" anchor="ctr"/>
          <a:lstStyle>
            <a:lvl1pPr algn="l">
              <a:defRPr sz="900">
                <a:solidFill>
                  <a:schemeClr val="tx1"/>
                </a:solidFill>
              </a:defRPr>
            </a:lvl1pPr>
          </a:lstStyle>
          <a:p>
            <a:fld id="{E80C50CD-E178-4744-9B35-B2F624D6C5E9}" type="datetimeFigureOut">
              <a:rPr lang="en-US" smtClean="0"/>
              <a:pPr/>
              <a:t>9/28/2025</a:t>
            </a:fld>
            <a:endParaRPr lang="en-US"/>
          </a:p>
        </p:txBody>
      </p:sp>
      <p:sp>
        <p:nvSpPr>
          <p:cNvPr id="5" name="Footer Placeholder 4">
            <a:extLst>
              <a:ext uri="{FF2B5EF4-FFF2-40B4-BE49-F238E27FC236}">
                <a16:creationId xmlns:a16="http://schemas.microsoft.com/office/drawing/2014/main" id="{9E03785E-FB42-1D54-92AC-D0A61A8FABD4}"/>
              </a:ext>
            </a:extLst>
          </p:cNvPr>
          <p:cNvSpPr>
            <a:spLocks noGrp="1"/>
          </p:cNvSpPr>
          <p:nvPr>
            <p:ph type="ftr" sz="quarter" idx="3"/>
          </p:nvPr>
        </p:nvSpPr>
        <p:spPr>
          <a:xfrm>
            <a:off x="521208" y="100584"/>
            <a:ext cx="4114800" cy="365125"/>
          </a:xfrm>
          <a:prstGeom prst="rect">
            <a:avLst/>
          </a:prstGeom>
        </p:spPr>
        <p:txBody>
          <a:bodyPr vert="horz" lIns="91440" tIns="45720" rIns="91440" bIns="45720" rtlCol="0" anchor="ctr"/>
          <a:lstStyle>
            <a:lvl1pPr algn="l">
              <a:defRPr sz="900">
                <a:solidFill>
                  <a:schemeClr val="tx1"/>
                </a:solidFill>
              </a:defRPr>
            </a:lvl1pPr>
          </a:lstStyle>
          <a:p>
            <a:endParaRPr lang="en-US" dirty="0"/>
          </a:p>
        </p:txBody>
      </p:sp>
      <p:sp>
        <p:nvSpPr>
          <p:cNvPr id="6" name="Slide Number Placeholder 5">
            <a:extLst>
              <a:ext uri="{FF2B5EF4-FFF2-40B4-BE49-F238E27FC236}">
                <a16:creationId xmlns:a16="http://schemas.microsoft.com/office/drawing/2014/main" id="{BCC9CF34-1274-DB45-4809-90E5D244A9AE}"/>
              </a:ext>
            </a:extLst>
          </p:cNvPr>
          <p:cNvSpPr>
            <a:spLocks noGrp="1"/>
          </p:cNvSpPr>
          <p:nvPr>
            <p:ph type="sldNum" sz="quarter" idx="4"/>
          </p:nvPr>
        </p:nvSpPr>
        <p:spPr>
          <a:xfrm>
            <a:off x="11457432" y="6419088"/>
            <a:ext cx="640080" cy="365125"/>
          </a:xfrm>
          <a:prstGeom prst="rect">
            <a:avLst/>
          </a:prstGeom>
        </p:spPr>
        <p:txBody>
          <a:bodyPr vert="horz" lIns="91440" tIns="45720" rIns="91440" bIns="45720" rtlCol="0" anchor="ctr"/>
          <a:lstStyle>
            <a:lvl1pPr algn="r">
              <a:defRPr sz="900">
                <a:solidFill>
                  <a:schemeClr val="tx1"/>
                </a:solidFill>
              </a:defRPr>
            </a:lvl1pPr>
          </a:lstStyle>
          <a:p>
            <a:fld id="{148CC95F-0247-41B6-91CF-DC97C76A7088}" type="slidenum">
              <a:rPr lang="en-US" smtClean="0"/>
              <a:pPr/>
              <a:t>‹#›</a:t>
            </a:fld>
            <a:endParaRPr lang="en-US"/>
          </a:p>
        </p:txBody>
      </p:sp>
      <p:sp>
        <p:nvSpPr>
          <p:cNvPr id="7" name="Freeform: Shape 6">
            <a:extLst>
              <a:ext uri="{FF2B5EF4-FFF2-40B4-BE49-F238E27FC236}">
                <a16:creationId xmlns:a16="http://schemas.microsoft.com/office/drawing/2014/main" id="{774A975B-A886-5202-0489-6965514A0D14}"/>
              </a:ext>
              <a:ext uri="{C183D7F6-B498-43B3-948B-1728B52AA6E4}">
                <adec:decorative xmlns:adec="http://schemas.microsoft.com/office/drawing/2017/decorative" val="1"/>
              </a:ext>
            </a:extLst>
          </p:cNvPr>
          <p:cNvSpPr/>
          <p:nvPr/>
        </p:nvSpPr>
        <p:spPr>
          <a:xfrm>
            <a:off x="517869" y="508090"/>
            <a:ext cx="11153214" cy="149279"/>
          </a:xfrm>
          <a:custGeom>
            <a:avLst/>
            <a:gdLst>
              <a:gd name="connsiteX0" fmla="*/ 0 w 8085002"/>
              <a:gd name="connsiteY0" fmla="*/ 0 h 149279"/>
              <a:gd name="connsiteX1" fmla="*/ 8085002 w 8085002"/>
              <a:gd name="connsiteY1" fmla="*/ 0 h 149279"/>
              <a:gd name="connsiteX2" fmla="*/ 8085002 w 8085002"/>
              <a:gd name="connsiteY2" fmla="*/ 149279 h 149279"/>
              <a:gd name="connsiteX3" fmla="*/ 0 w 8085002"/>
              <a:gd name="connsiteY3" fmla="*/ 149279 h 149279"/>
            </a:gdLst>
            <a:ahLst/>
            <a:cxnLst>
              <a:cxn ang="0">
                <a:pos x="connsiteX0" y="connsiteY0"/>
              </a:cxn>
              <a:cxn ang="0">
                <a:pos x="connsiteX1" y="connsiteY1"/>
              </a:cxn>
              <a:cxn ang="0">
                <a:pos x="connsiteX2" y="connsiteY2"/>
              </a:cxn>
              <a:cxn ang="0">
                <a:pos x="connsiteX3" y="connsiteY3"/>
              </a:cxn>
            </a:cxnLst>
            <a:rect l="l" t="t" r="r" b="b"/>
            <a:pathLst>
              <a:path w="8085002" h="149279">
                <a:moveTo>
                  <a:pt x="0" y="0"/>
                </a:moveTo>
                <a:lnTo>
                  <a:pt x="8085002" y="0"/>
                </a:lnTo>
                <a:lnTo>
                  <a:pt x="8085002" y="149279"/>
                </a:lnTo>
                <a:lnTo>
                  <a:pt x="0" y="14927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132076440"/>
      </p:ext>
    </p:extLst>
  </p:cSld>
  <p:clrMap bg1="lt1" tx1="dk1" bg2="lt2" tx2="dk2" accent1="accent1" accent2="accent2" accent3="accent3" accent4="accent4" accent5="accent5" accent6="accent6" hlink="hlink" folHlink="folHlink"/>
  <p:sldLayoutIdLst>
    <p:sldLayoutId id="2147483671" r:id="rId1"/>
    <p:sldLayoutId id="2147483670" r:id="rId2"/>
    <p:sldLayoutId id="2147483669" r:id="rId3"/>
    <p:sldLayoutId id="2147483668" r:id="rId4"/>
    <p:sldLayoutId id="2147483667" r:id="rId5"/>
    <p:sldLayoutId id="2147483666" r:id="rId6"/>
    <p:sldLayoutId id="2147483665" r:id="rId7"/>
    <p:sldLayoutId id="2147483664" r:id="rId8"/>
    <p:sldLayoutId id="2147483663" r:id="rId9"/>
    <p:sldLayoutId id="2147483662" r:id="rId10"/>
    <p:sldLayoutId id="2147483661" r:id="rId11"/>
  </p:sldLayoutIdLst>
  <p:txStyles>
    <p:title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p:titleStyle>
    <p:bodyStyle>
      <a:lvl1pPr marL="228600" indent="-228600" algn="l" defTabSz="914400" rtl="0" eaLnBrk="1" latinLnBrk="0" hangingPunct="1">
        <a:lnSpc>
          <a:spcPct val="11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11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11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11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031B9A1-2196-4E70-A6E8-F81E3423D61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7557A298-1527-4D6F-922F-35E32737A51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CB70ED-3BA3-40AD-9D41-D32F67752FD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698A1C5B-F977-4812-AF37-FCC77B94ACA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48B6E8A7-F108-49E0-A737-B2104CBBA3C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4A935CD-6950-45A5-B2A5-CC8A5C839D84}" type="slidenum">
              <a:rPr lang="en-US" smtClean="0"/>
              <a:t>‹#›</a:t>
            </a:fld>
            <a:endParaRPr lang="en-US"/>
          </a:p>
        </p:txBody>
      </p:sp>
    </p:spTree>
    <p:extLst>
      <p:ext uri="{BB962C8B-B14F-4D97-AF65-F5344CB8AC3E}">
        <p14:creationId xmlns:p14="http://schemas.microsoft.com/office/powerpoint/2010/main" val="4280520736"/>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bwMode="black">
          <a:xfrm>
            <a:off x="2231136" y="964692"/>
            <a:ext cx="7729728" cy="1188720"/>
          </a:xfrm>
          <a:prstGeom prst="rect">
            <a:avLst/>
          </a:prstGeom>
          <a:solidFill>
            <a:srgbClr val="FFFFFF"/>
          </a:solidFill>
          <a:ln w="31750" cap="sq">
            <a:solidFill>
              <a:srgbClr val="404040"/>
            </a:solidFill>
            <a:miter lim="800000"/>
          </a:ln>
        </p:spPr>
        <p:txBody>
          <a:bodyPr vert="horz" lIns="182880" tIns="182880" rIns="182880" bIns="18288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31136" y="2638046"/>
            <a:ext cx="7729728" cy="3101983"/>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7821429" y="6238816"/>
            <a:ext cx="2753747" cy="323968"/>
          </a:xfrm>
          <a:prstGeom prst="rect">
            <a:avLst/>
          </a:prstGeom>
        </p:spPr>
        <p:txBody>
          <a:bodyPr vert="horz" lIns="91440" tIns="45720" rIns="91440" bIns="45720" rtlCol="0" anchor="ctr"/>
          <a:lstStyle>
            <a:lvl1pPr algn="r">
              <a:defRPr sz="788">
                <a:solidFill>
                  <a:schemeClr val="tx1">
                    <a:alpha val="70000"/>
                  </a:schemeClr>
                </a:solidFill>
              </a:defRPr>
            </a:lvl1pPr>
          </a:lstStyle>
          <a:p>
            <a:fld id="{BC1D1087-A499-403C-9706-56256D6A62D2}" type="datetimeFigureOut">
              <a:rPr lang="en-US" smtClean="0"/>
              <a:t>9/28/2025</a:t>
            </a:fld>
            <a:endParaRPr lang="en-US"/>
          </a:p>
        </p:txBody>
      </p:sp>
      <p:sp>
        <p:nvSpPr>
          <p:cNvPr id="5" name="Footer Placeholder 4"/>
          <p:cNvSpPr>
            <a:spLocks noGrp="1"/>
          </p:cNvSpPr>
          <p:nvPr>
            <p:ph type="ftr" sz="quarter" idx="3"/>
          </p:nvPr>
        </p:nvSpPr>
        <p:spPr>
          <a:xfrm>
            <a:off x="1600200" y="6236208"/>
            <a:ext cx="5901189" cy="320040"/>
          </a:xfrm>
          <a:prstGeom prst="rect">
            <a:avLst/>
          </a:prstGeom>
        </p:spPr>
        <p:txBody>
          <a:bodyPr vert="horz" lIns="91440" tIns="45720" rIns="91440" bIns="45720" rtlCol="0" anchor="ctr"/>
          <a:lstStyle>
            <a:lvl1pPr algn="l">
              <a:defRPr sz="788">
                <a:solidFill>
                  <a:schemeClr val="tx1">
                    <a:alpha val="70000"/>
                  </a:schemeClr>
                </a:solidFill>
              </a:defRPr>
            </a:lvl1pPr>
          </a:lstStyle>
          <a:p>
            <a:endParaRPr lang="en-US"/>
          </a:p>
        </p:txBody>
      </p:sp>
      <p:sp>
        <p:nvSpPr>
          <p:cNvPr id="6" name="Slide Number Placeholder 5"/>
          <p:cNvSpPr>
            <a:spLocks noGrp="1"/>
          </p:cNvSpPr>
          <p:nvPr>
            <p:ph type="sldNum" sz="quarter" idx="4"/>
          </p:nvPr>
        </p:nvSpPr>
        <p:spPr>
          <a:xfrm>
            <a:off x="10758923" y="6217920"/>
            <a:ext cx="365760" cy="365760"/>
          </a:xfrm>
          <a:prstGeom prst="ellipse">
            <a:avLst/>
          </a:prstGeom>
          <a:solidFill>
            <a:srgbClr val="1D1D1D">
              <a:alpha val="70000"/>
            </a:srgbClr>
          </a:solidFill>
        </p:spPr>
        <p:txBody>
          <a:bodyPr vert="horz" lIns="18288" tIns="45720" rIns="18288" bIns="45720" rtlCol="0" anchor="ctr">
            <a:noAutofit/>
          </a:bodyPr>
          <a:lstStyle>
            <a:lvl1pPr algn="ctr">
              <a:defRPr sz="825" spc="0" baseline="0">
                <a:solidFill>
                  <a:srgbClr val="FFFFFF"/>
                </a:solidFill>
              </a:defRPr>
            </a:lvl1pPr>
          </a:lstStyle>
          <a:p>
            <a:fld id="{27EB5961-2DF2-47D3-A538-C3172A95AC44}" type="slidenum">
              <a:rPr lang="en-US" smtClean="0"/>
              <a:t>‹#›</a:t>
            </a:fld>
            <a:endParaRPr lang="en-US"/>
          </a:p>
        </p:txBody>
      </p:sp>
    </p:spTree>
    <p:extLst>
      <p:ext uri="{BB962C8B-B14F-4D97-AF65-F5344CB8AC3E}">
        <p14:creationId xmlns:p14="http://schemas.microsoft.com/office/powerpoint/2010/main" val="153735989"/>
      </p:ext>
    </p:extLst>
  </p:cSld>
  <p:clrMap bg1="lt1" tx1="dk1" bg2="lt2" tx2="dk2" accent1="accent1" accent2="accent2" accent3="accent3" accent4="accent4" accent5="accent5" accent6="accent6" hlink="hlink" folHlink="folHlink"/>
  <p:sldLayoutIdLst>
    <p:sldLayoutId id="2147483786" r:id="rId1"/>
    <p:sldLayoutId id="2147483787" r:id="rId2"/>
    <p:sldLayoutId id="2147483788" r:id="rId3"/>
    <p:sldLayoutId id="2147483789" r:id="rId4"/>
    <p:sldLayoutId id="2147483790" r:id="rId5"/>
    <p:sldLayoutId id="2147483791" r:id="rId6"/>
    <p:sldLayoutId id="2147483792" r:id="rId7"/>
    <p:sldLayoutId id="2147483793" r:id="rId8"/>
    <p:sldLayoutId id="2147483794" r:id="rId9"/>
    <p:sldLayoutId id="2147483795" r:id="rId10"/>
    <p:sldLayoutId id="2147483796" r:id="rId11"/>
  </p:sldLayoutIdLst>
  <p:txStyles>
    <p:titleStyle>
      <a:lvl1pPr algn="ctr" defTabSz="685800" rtl="0" eaLnBrk="1" latinLnBrk="0" hangingPunct="1">
        <a:lnSpc>
          <a:spcPct val="90000"/>
        </a:lnSpc>
        <a:spcBef>
          <a:spcPct val="0"/>
        </a:spcBef>
        <a:buNone/>
        <a:defRPr sz="2100" kern="1200" cap="all" spc="150" baseline="0">
          <a:solidFill>
            <a:srgbClr val="262626"/>
          </a:solidFill>
          <a:latin typeface="+mj-lt"/>
          <a:ea typeface="+mj-ea"/>
          <a:cs typeface="+mj-cs"/>
        </a:defRPr>
      </a:lvl1pPr>
    </p:titleStyle>
    <p:bodyStyle>
      <a:lvl1pPr marL="171450" indent="-171450" algn="l" defTabSz="685800" rtl="0" eaLnBrk="1" latinLnBrk="0" hangingPunct="1">
        <a:lnSpc>
          <a:spcPct val="100000"/>
        </a:lnSpc>
        <a:spcBef>
          <a:spcPts val="750"/>
        </a:spcBef>
        <a:buClr>
          <a:schemeClr val="accent2"/>
        </a:buClr>
        <a:buFont typeface="Arial" panose="020B0604020202020204" pitchFamily="34" charset="0"/>
        <a:buChar char="•"/>
        <a:defRPr sz="1350" kern="1200">
          <a:solidFill>
            <a:schemeClr val="tx1">
              <a:lumMod val="85000"/>
              <a:lumOff val="15000"/>
            </a:schemeClr>
          </a:solidFill>
          <a:latin typeface="+mn-lt"/>
          <a:ea typeface="+mn-ea"/>
          <a:cs typeface="+mn-cs"/>
        </a:defRPr>
      </a:lvl1pPr>
      <a:lvl2pPr marL="342900"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a:solidFill>
            <a:schemeClr val="tx1">
              <a:lumMod val="85000"/>
              <a:lumOff val="15000"/>
            </a:schemeClr>
          </a:solidFill>
          <a:latin typeface="+mn-lt"/>
          <a:ea typeface="+mn-ea"/>
          <a:cs typeface="+mn-cs"/>
        </a:defRPr>
      </a:lvl2pPr>
      <a:lvl3pPr marL="514350"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a:solidFill>
            <a:schemeClr val="tx1">
              <a:lumMod val="85000"/>
              <a:lumOff val="15000"/>
            </a:schemeClr>
          </a:solidFill>
          <a:latin typeface="+mn-lt"/>
          <a:ea typeface="+mn-ea"/>
          <a:cs typeface="+mn-cs"/>
        </a:defRPr>
      </a:lvl3pPr>
      <a:lvl4pPr marL="685800"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a:solidFill>
            <a:schemeClr val="tx1">
              <a:lumMod val="85000"/>
              <a:lumOff val="15000"/>
            </a:schemeClr>
          </a:solidFill>
          <a:latin typeface="+mn-lt"/>
          <a:ea typeface="+mn-ea"/>
          <a:cs typeface="+mn-cs"/>
        </a:defRPr>
      </a:lvl4pPr>
      <a:lvl5pPr marL="857250"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a:solidFill>
            <a:schemeClr val="tx1">
              <a:lumMod val="85000"/>
              <a:lumOff val="15000"/>
            </a:schemeClr>
          </a:solidFill>
          <a:latin typeface="+mn-lt"/>
          <a:ea typeface="+mn-ea"/>
          <a:cs typeface="+mn-cs"/>
        </a:defRPr>
      </a:lvl5pPr>
      <a:lvl6pPr marL="984647"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a:solidFill>
            <a:schemeClr val="tx1"/>
          </a:solidFill>
          <a:latin typeface="+mn-lt"/>
          <a:ea typeface="+mn-ea"/>
          <a:cs typeface="+mn-cs"/>
        </a:defRPr>
      </a:lvl6pPr>
      <a:lvl7pPr marL="1113235"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a:solidFill>
            <a:schemeClr val="tx1"/>
          </a:solidFill>
          <a:latin typeface="+mn-lt"/>
          <a:ea typeface="+mn-ea"/>
          <a:cs typeface="+mn-cs"/>
        </a:defRPr>
      </a:lvl7pPr>
      <a:lvl8pPr marL="1243013"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baseline="0">
          <a:solidFill>
            <a:schemeClr val="tx1"/>
          </a:solidFill>
          <a:latin typeface="+mn-lt"/>
          <a:ea typeface="+mn-ea"/>
          <a:cs typeface="+mn-cs"/>
        </a:defRPr>
      </a:lvl8pPr>
      <a:lvl9pPr marL="1412081" indent="-171450" algn="l" defTabSz="685800" rtl="0" eaLnBrk="1" latinLnBrk="0" hangingPunct="1">
        <a:lnSpc>
          <a:spcPct val="100000"/>
        </a:lnSpc>
        <a:spcBef>
          <a:spcPts val="750"/>
        </a:spcBef>
        <a:buClr>
          <a:schemeClr val="accent2"/>
        </a:buClr>
        <a:buFont typeface="Arial" panose="020B0604020202020204" pitchFamily="34" charset="0"/>
        <a:buChar char="•"/>
        <a:defRPr sz="1200" kern="1200" baseline="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9E7E59B-8EE4-D16B-FBBD-CC3DF40F4DE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861B6CCF-402A-C914-7056-1723B18B23C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C2706DA-83BD-0340-AC0A-6997FFA67D4A}"/>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CCA18DE0-C786-4B81-A280-816435620A3C}" type="datetimeFigureOut">
              <a:rPr lang="en-US" smtClean="0"/>
              <a:t>9/28/2025</a:t>
            </a:fld>
            <a:endParaRPr lang="en-US"/>
          </a:p>
        </p:txBody>
      </p:sp>
      <p:sp>
        <p:nvSpPr>
          <p:cNvPr id="5" name="Footer Placeholder 4">
            <a:extLst>
              <a:ext uri="{FF2B5EF4-FFF2-40B4-BE49-F238E27FC236}">
                <a16:creationId xmlns:a16="http://schemas.microsoft.com/office/drawing/2014/main" id="{66D27432-7159-D64E-0AF4-78513E6428F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AB31B137-3A41-7711-05AA-F7F9BFC4A00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873F38D7-825B-4323-8E94-8106C1066F5C}" type="slidenum">
              <a:rPr lang="en-US" smtClean="0"/>
              <a:t>‹#›</a:t>
            </a:fld>
            <a:endParaRPr lang="en-US"/>
          </a:p>
        </p:txBody>
      </p:sp>
    </p:spTree>
    <p:extLst>
      <p:ext uri="{BB962C8B-B14F-4D97-AF65-F5344CB8AC3E}">
        <p14:creationId xmlns:p14="http://schemas.microsoft.com/office/powerpoint/2010/main" val="727047947"/>
      </p:ext>
    </p:extLst>
  </p:cSld>
  <p:clrMap bg1="lt1" tx1="dk1" bg2="lt2" tx2="dk2" accent1="accent1" accent2="accent2" accent3="accent3" accent4="accent4" accent5="accent5" accent6="accent6" hlink="hlink" folHlink="folHlink"/>
  <p:sldLayoutIdLst>
    <p:sldLayoutId id="2147483848" r:id="rId1"/>
    <p:sldLayoutId id="2147483849" r:id="rId2"/>
    <p:sldLayoutId id="2147483850" r:id="rId3"/>
    <p:sldLayoutId id="2147483851" r:id="rId4"/>
    <p:sldLayoutId id="2147483852" r:id="rId5"/>
    <p:sldLayoutId id="2147483853" r:id="rId6"/>
    <p:sldLayoutId id="2147483854" r:id="rId7"/>
    <p:sldLayoutId id="2147483855" r:id="rId8"/>
    <p:sldLayoutId id="2147483856" r:id="rId9"/>
    <p:sldLayoutId id="2147483857" r:id="rId10"/>
    <p:sldLayoutId id="2147483858"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p:cNvSpPr/>
          <p:nvPr/>
        </p:nvSpPr>
        <p:spPr>
          <a:xfrm>
            <a:off x="82599" y="6413747"/>
            <a:ext cx="12188825"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5" y="6334316"/>
            <a:ext cx="12188825"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Placeholder 1"/>
          <p:cNvSpPr>
            <a:spLocks noGrp="1"/>
          </p:cNvSpPr>
          <p:nvPr>
            <p:ph type="title"/>
          </p:nvPr>
        </p:nvSpPr>
        <p:spPr>
          <a:xfrm>
            <a:off x="1097280" y="286603"/>
            <a:ext cx="10058400" cy="1450757"/>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3" name="Text Placeholder 2"/>
          <p:cNvSpPr>
            <a:spLocks noGrp="1"/>
          </p:cNvSpPr>
          <p:nvPr>
            <p:ph type="body" idx="1"/>
          </p:nvPr>
        </p:nvSpPr>
        <p:spPr>
          <a:xfrm>
            <a:off x="1097280" y="1845734"/>
            <a:ext cx="10058400" cy="4023360"/>
          </a:xfrm>
          <a:prstGeom prst="rect">
            <a:avLst/>
          </a:prstGeom>
        </p:spPr>
        <p:txBody>
          <a:bodyPr vert="horz" lIns="0" tIns="45720" rIns="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p:cNvSpPr>
            <a:spLocks noGrp="1"/>
          </p:cNvSpPr>
          <p:nvPr>
            <p:ph type="ftr" sz="quarter" idx="3"/>
          </p:nvPr>
        </p:nvSpPr>
        <p:spPr>
          <a:xfrm>
            <a:off x="3686185" y="6459785"/>
            <a:ext cx="4822804" cy="365125"/>
          </a:xfrm>
          <a:prstGeom prst="rect">
            <a:avLst/>
          </a:prstGeom>
        </p:spPr>
        <p:txBody>
          <a:bodyPr vert="horz" lIns="91440" tIns="45720" rIns="91440" bIns="45720" rtlCol="0" anchor="ctr"/>
          <a:lstStyle>
            <a:lvl1pPr algn="ctr">
              <a:defRPr sz="900" cap="all" baseline="0">
                <a:solidFill>
                  <a:srgbClr val="FFFFFF"/>
                </a:solidFill>
              </a:defRPr>
            </a:lvl1pPr>
          </a:lstStyle>
          <a:p>
            <a:endParaRPr lang="en-US"/>
          </a:p>
        </p:txBody>
      </p:sp>
      <p:sp>
        <p:nvSpPr>
          <p:cNvPr id="6" name="Slide Number Placeholder 5"/>
          <p:cNvSpPr>
            <a:spLocks noGrp="1"/>
          </p:cNvSpPr>
          <p:nvPr>
            <p:ph type="sldNum" sz="quarter" idx="4"/>
          </p:nvPr>
        </p:nvSpPr>
        <p:spPr>
          <a:xfrm>
            <a:off x="9900458" y="6459785"/>
            <a:ext cx="1312025" cy="365125"/>
          </a:xfrm>
          <a:prstGeom prst="rect">
            <a:avLst/>
          </a:prstGeom>
        </p:spPr>
        <p:txBody>
          <a:bodyPr vert="horz" lIns="91440" tIns="45720" rIns="91440" bIns="45720" rtlCol="0" anchor="ctr"/>
          <a:lstStyle>
            <a:lvl1pPr algn="r">
              <a:defRPr sz="1050">
                <a:solidFill>
                  <a:srgbClr val="FFFFFF"/>
                </a:solidFill>
              </a:defRPr>
            </a:lvl1pPr>
          </a:lstStyle>
          <a:p>
            <a:r>
              <a:rPr lang="en-US" dirty="0"/>
              <a:t>1</a:t>
            </a:r>
          </a:p>
        </p:txBody>
      </p:sp>
      <p:cxnSp>
        <p:nvCxnSpPr>
          <p:cNvPr id="10" name="Straight Connector 9"/>
          <p:cNvCxnSpPr/>
          <p:nvPr/>
        </p:nvCxnSpPr>
        <p:spPr>
          <a:xfrm>
            <a:off x="1193532" y="1737845"/>
            <a:ext cx="996696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502688"/>
      </p:ext>
    </p:extLst>
  </p:cSld>
  <p:clrMap bg1="lt1" tx1="dk1" bg2="lt2" tx2="dk2" accent1="accent1" accent2="accent2" accent3="accent3" accent4="accent4" accent5="accent5" accent6="accent6" hlink="hlink" folHlink="folHlink"/>
  <p:sldLayoutIdLst>
    <p:sldLayoutId id="2147483885" r:id="rId1"/>
    <p:sldLayoutId id="2147483886" r:id="rId2"/>
    <p:sldLayoutId id="2147483887" r:id="rId3"/>
    <p:sldLayoutId id="2147483888" r:id="rId4"/>
    <p:sldLayoutId id="2147483889" r:id="rId5"/>
    <p:sldLayoutId id="2147483890" r:id="rId6"/>
    <p:sldLayoutId id="2147483891" r:id="rId7"/>
    <p:sldLayoutId id="2147483892" r:id="rId8"/>
    <p:sldLayoutId id="2147483893" r:id="rId9"/>
    <p:sldLayoutId id="2147483894" r:id="rId10"/>
    <p:sldLayoutId id="2147483895" r:id="rId11"/>
  </p:sldLayoutIdLst>
  <p:hf hdr="0" ftr="0" dt="0"/>
  <p:txStyles>
    <p:titleStyle>
      <a:lvl1pPr algn="l" defTabSz="914400" rtl="0" eaLnBrk="1" latinLnBrk="0" hangingPunct="1">
        <a:lnSpc>
          <a:spcPct val="85000"/>
        </a:lnSpc>
        <a:spcBef>
          <a:spcPct val="0"/>
        </a:spcBef>
        <a:buNone/>
        <a:defRPr sz="4800" kern="1200" spc="-50" baseline="0">
          <a:solidFill>
            <a:schemeClr val="tx1">
              <a:lumMod val="75000"/>
              <a:lumOff val="25000"/>
            </a:schemeClr>
          </a:solidFill>
          <a:latin typeface="+mj-lt"/>
          <a:ea typeface="+mj-ea"/>
          <a:cs typeface="+mj-cs"/>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mn-lt"/>
          <a:ea typeface="+mn-ea"/>
          <a:cs typeface="+mn-cs"/>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mn-lt"/>
          <a:ea typeface="+mn-ea"/>
          <a:cs typeface="+mn-cs"/>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57224" y="499533"/>
            <a:ext cx="10772775" cy="1658198"/>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76656" y="2011680"/>
            <a:ext cx="10753725" cy="3766185"/>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85800" y="6412447"/>
            <a:ext cx="4114800" cy="228600"/>
          </a:xfrm>
          <a:prstGeom prst="rect">
            <a:avLst/>
          </a:prstGeom>
        </p:spPr>
        <p:txBody>
          <a:bodyPr vert="horz" lIns="91440" tIns="45720" rIns="91440" bIns="45720" rtlCol="0" anchor="ctr"/>
          <a:lstStyle>
            <a:lvl1pPr algn="l">
              <a:defRPr sz="950">
                <a:solidFill>
                  <a:schemeClr val="tx1">
                    <a:alpha val="80000"/>
                  </a:schemeClr>
                </a:solidFill>
              </a:defRPr>
            </a:lvl1pPr>
          </a:lstStyle>
          <a:p>
            <a:fld id="{30B91A75-8E5F-4BA4-93B7-D4A7325CE044}" type="datetimeFigureOut">
              <a:rPr lang="en-US" smtClean="0"/>
              <a:t>9/28/2025</a:t>
            </a:fld>
            <a:endParaRPr lang="en-US"/>
          </a:p>
        </p:txBody>
      </p:sp>
      <p:sp>
        <p:nvSpPr>
          <p:cNvPr id="5" name="Footer Placeholder 4"/>
          <p:cNvSpPr>
            <a:spLocks noGrp="1"/>
          </p:cNvSpPr>
          <p:nvPr>
            <p:ph type="ftr" sz="quarter" idx="3"/>
          </p:nvPr>
        </p:nvSpPr>
        <p:spPr>
          <a:xfrm>
            <a:off x="685800" y="6554697"/>
            <a:ext cx="5029200" cy="228600"/>
          </a:xfrm>
          <a:prstGeom prst="rect">
            <a:avLst/>
          </a:prstGeom>
        </p:spPr>
        <p:txBody>
          <a:bodyPr vert="horz" lIns="91440" tIns="45720" rIns="91440" bIns="45720" rtlCol="0" anchor="ctr"/>
          <a:lstStyle>
            <a:lvl1pPr algn="l">
              <a:defRPr sz="950" cap="all" baseline="0">
                <a:solidFill>
                  <a:schemeClr val="tx1">
                    <a:alpha val="80000"/>
                  </a:schemeClr>
                </a:solidFill>
              </a:defRPr>
            </a:lvl1pPr>
          </a:lstStyle>
          <a:p>
            <a:endParaRPr lang="en-US"/>
          </a:p>
        </p:txBody>
      </p:sp>
      <p:sp>
        <p:nvSpPr>
          <p:cNvPr id="6" name="Slide Number Placeholder 5"/>
          <p:cNvSpPr>
            <a:spLocks noGrp="1"/>
          </p:cNvSpPr>
          <p:nvPr>
            <p:ph type="sldNum" sz="quarter" idx="4"/>
          </p:nvPr>
        </p:nvSpPr>
        <p:spPr>
          <a:xfrm>
            <a:off x="8763926" y="5876412"/>
            <a:ext cx="2926080" cy="1397039"/>
          </a:xfrm>
          <a:prstGeom prst="rect">
            <a:avLst/>
          </a:prstGeom>
        </p:spPr>
        <p:txBody>
          <a:bodyPr vert="horz" lIns="91440" tIns="45720" rIns="91440" bIns="45720" rtlCol="0" anchor="b"/>
          <a:lstStyle>
            <a:lvl1pPr algn="r">
              <a:defRPr sz="10300" b="0">
                <a:ln>
                  <a:noFill/>
                </a:ln>
                <a:solidFill>
                  <a:schemeClr val="accent1">
                    <a:alpha val="25000"/>
                  </a:schemeClr>
                </a:solidFill>
                <a:latin typeface="+mj-lt"/>
              </a:defRPr>
            </a:lvl1pPr>
          </a:lstStyle>
          <a:p>
            <a:fld id="{E9B64071-4FCF-41E6-A38F-EE9FA3D59EE6}" type="slidenum">
              <a:rPr lang="en-US" smtClean="0"/>
              <a:t>‹#›</a:t>
            </a:fld>
            <a:endParaRPr lang="en-US"/>
          </a:p>
        </p:txBody>
      </p:sp>
    </p:spTree>
    <p:extLst>
      <p:ext uri="{BB962C8B-B14F-4D97-AF65-F5344CB8AC3E}">
        <p14:creationId xmlns:p14="http://schemas.microsoft.com/office/powerpoint/2010/main" val="1717314220"/>
      </p:ext>
    </p:extLst>
  </p:cSld>
  <p:clrMap bg1="lt1" tx1="dk1" bg2="lt2" tx2="dk2" accent1="accent1" accent2="accent2" accent3="accent3" accent4="accent4" accent5="accent5" accent6="accent6" hlink="hlink" folHlink="folHlink"/>
  <p:sldLayoutIdLst>
    <p:sldLayoutId id="2147483897" r:id="rId1"/>
    <p:sldLayoutId id="2147483898" r:id="rId2"/>
    <p:sldLayoutId id="2147483899" r:id="rId3"/>
    <p:sldLayoutId id="2147483900" r:id="rId4"/>
    <p:sldLayoutId id="2147483901" r:id="rId5"/>
    <p:sldLayoutId id="2147483902" r:id="rId6"/>
    <p:sldLayoutId id="2147483903" r:id="rId7"/>
    <p:sldLayoutId id="2147483904" r:id="rId8"/>
    <p:sldLayoutId id="2147483905" r:id="rId9"/>
    <p:sldLayoutId id="2147483906" r:id="rId10"/>
    <p:sldLayoutId id="2147483907" r:id="rId11"/>
  </p:sldLayoutIdLst>
  <p:txStyles>
    <p:titleStyle>
      <a:lvl1pPr algn="l" defTabSz="914400" rtl="0" eaLnBrk="1" latinLnBrk="0" hangingPunct="1">
        <a:lnSpc>
          <a:spcPct val="85000"/>
        </a:lnSpc>
        <a:spcBef>
          <a:spcPct val="0"/>
        </a:spcBef>
        <a:buNone/>
        <a:defRPr sz="5400" kern="1200" spc="-120" baseline="0">
          <a:solidFill>
            <a:schemeClr val="accent1"/>
          </a:solidFill>
          <a:latin typeface="+mj-lt"/>
          <a:ea typeface="+mj-ea"/>
          <a:cs typeface="+mj-cs"/>
        </a:defRPr>
      </a:lvl1pPr>
    </p:titleStyle>
    <p:bodyStyle>
      <a:lvl1pPr marL="91440" indent="-91440" algn="l" defTabSz="914400" rtl="0" eaLnBrk="1" latinLnBrk="0" hangingPunct="1">
        <a:lnSpc>
          <a:spcPct val="85000"/>
        </a:lnSpc>
        <a:spcBef>
          <a:spcPts val="1300"/>
        </a:spcBef>
        <a:buFont typeface="Arial" pitchFamily="34" charset="0"/>
        <a:buChar char=" "/>
        <a:defRPr sz="2400" kern="1200">
          <a:solidFill>
            <a:schemeClr val="tx1">
              <a:lumMod val="85000"/>
              <a:lumOff val="15000"/>
            </a:schemeClr>
          </a:solidFill>
          <a:latin typeface="+mn-lt"/>
          <a:ea typeface="+mn-ea"/>
          <a:cs typeface="+mn-cs"/>
        </a:defRPr>
      </a:lvl1pPr>
      <a:lvl2pPr marL="347472" indent="-342900" algn="l" defTabSz="914400" rtl="0" eaLnBrk="1" latinLnBrk="0" hangingPunct="1">
        <a:lnSpc>
          <a:spcPct val="85000"/>
        </a:lnSpc>
        <a:spcBef>
          <a:spcPts val="600"/>
        </a:spcBef>
        <a:buFont typeface="Arial" pitchFamily="34" charset="0"/>
        <a:buChar char=" "/>
        <a:defRPr sz="2400" kern="1200">
          <a:solidFill>
            <a:schemeClr val="tx1">
              <a:lumMod val="85000"/>
              <a:lumOff val="15000"/>
            </a:schemeClr>
          </a:solidFill>
          <a:latin typeface="+mn-lt"/>
          <a:ea typeface="+mn-ea"/>
          <a:cs typeface="+mn-cs"/>
        </a:defRPr>
      </a:lvl2pPr>
      <a:lvl3pPr marL="548640" indent="-548640" algn="l" defTabSz="914400" rtl="0" eaLnBrk="1" latinLnBrk="0" hangingPunct="1">
        <a:lnSpc>
          <a:spcPct val="85000"/>
        </a:lnSpc>
        <a:spcBef>
          <a:spcPts val="600"/>
        </a:spcBef>
        <a:buFont typeface="Arial" pitchFamily="34" charset="0"/>
        <a:buChar char=" "/>
        <a:defRPr sz="2000" i="1" kern="1200">
          <a:solidFill>
            <a:schemeClr val="tx1">
              <a:lumMod val="85000"/>
              <a:lumOff val="15000"/>
            </a:schemeClr>
          </a:solidFill>
          <a:latin typeface="+mn-lt"/>
          <a:ea typeface="+mn-ea"/>
          <a:cs typeface="+mn-cs"/>
        </a:defRPr>
      </a:lvl3pPr>
      <a:lvl4pPr marL="822960" indent="-82296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4pPr>
      <a:lvl5pPr marL="1097280" indent="-109728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7D50097-E68E-47E7-BB42-E331A2C38D6A}"/>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99EECED-6870-4AE0-972D-649C0D4EA622}"/>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C3A1839-A75A-47AC-B398-AB1C4B7F9EA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C1D1087-A499-403C-9706-56256D6A62D2}" type="datetimeFigureOut">
              <a:rPr lang="en-US" smtClean="0"/>
              <a:t>9/28/2025</a:t>
            </a:fld>
            <a:endParaRPr lang="en-US"/>
          </a:p>
        </p:txBody>
      </p:sp>
      <p:sp>
        <p:nvSpPr>
          <p:cNvPr id="5" name="Footer Placeholder 4">
            <a:extLst>
              <a:ext uri="{FF2B5EF4-FFF2-40B4-BE49-F238E27FC236}">
                <a16:creationId xmlns:a16="http://schemas.microsoft.com/office/drawing/2014/main" id="{273768A3-42FB-4191-9620-3370692C3A8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910FEBEB-49AA-415B-9EEE-6AA47D47CCA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7EB5961-2DF2-47D3-A538-C3172A95AC44}" type="slidenum">
              <a:rPr lang="en-US" smtClean="0"/>
              <a:t>‹#›</a:t>
            </a:fld>
            <a:endParaRPr lang="en-US"/>
          </a:p>
        </p:txBody>
      </p:sp>
    </p:spTree>
    <p:extLst>
      <p:ext uri="{BB962C8B-B14F-4D97-AF65-F5344CB8AC3E}">
        <p14:creationId xmlns:p14="http://schemas.microsoft.com/office/powerpoint/2010/main" val="1528311676"/>
      </p:ext>
    </p:extLst>
  </p:cSld>
  <p:clrMap bg1="lt1" tx1="dk1" bg2="lt2" tx2="dk2" accent1="accent1" accent2="accent2" accent3="accent3" accent4="accent4" accent5="accent5" accent6="accent6" hlink="hlink" folHlink="folHlink"/>
  <p:sldLayoutIdLst>
    <p:sldLayoutId id="2147483909" r:id="rId1"/>
    <p:sldLayoutId id="2147483910" r:id="rId2"/>
    <p:sldLayoutId id="2147483911" r:id="rId3"/>
    <p:sldLayoutId id="2147483912" r:id="rId4"/>
    <p:sldLayoutId id="2147483913" r:id="rId5"/>
    <p:sldLayoutId id="2147483914" r:id="rId6"/>
    <p:sldLayoutId id="2147483915" r:id="rId7"/>
    <p:sldLayoutId id="2147483916" r:id="rId8"/>
    <p:sldLayoutId id="2147483917" r:id="rId9"/>
    <p:sldLayoutId id="2147483918" r:id="rId10"/>
    <p:sldLayoutId id="214748391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031B9A1-2196-4E70-A6E8-F81E3423D61B}"/>
              </a:ext>
            </a:extLst>
          </p:cNvPr>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7557A298-1527-4D6F-922F-35E32737A51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CB70ED-3BA3-40AD-9D41-D32F67752FD5}"/>
              </a:ext>
            </a:extLst>
          </p:cNvPr>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900">
                <a:solidFill>
                  <a:schemeClr val="tx1">
                    <a:tint val="75000"/>
                  </a:schemeClr>
                </a:solidFill>
              </a:defRPr>
            </a:lvl1pPr>
          </a:lstStyle>
          <a:p>
            <a:fld id="{1210552C-D2EE-429C-8F10-87868A576033}" type="datetimeFigureOut">
              <a:rPr lang="en-US" smtClean="0"/>
              <a:t>9/28/2025</a:t>
            </a:fld>
            <a:endParaRPr lang="en-US"/>
          </a:p>
        </p:txBody>
      </p:sp>
      <p:sp>
        <p:nvSpPr>
          <p:cNvPr id="5" name="Footer Placeholder 4">
            <a:extLst>
              <a:ext uri="{FF2B5EF4-FFF2-40B4-BE49-F238E27FC236}">
                <a16:creationId xmlns:a16="http://schemas.microsoft.com/office/drawing/2014/main" id="{698A1C5B-F977-4812-AF37-FCC77B94ACA7}"/>
              </a:ext>
            </a:extLst>
          </p:cNvPr>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48B6E8A7-F108-49E0-A737-B2104CBBA3C9}"/>
              </a:ext>
            </a:extLst>
          </p:cNvPr>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900">
                <a:solidFill>
                  <a:schemeClr val="tx1">
                    <a:tint val="75000"/>
                  </a:schemeClr>
                </a:solidFill>
              </a:defRPr>
            </a:lvl1pPr>
          </a:lstStyle>
          <a:p>
            <a:fld id="{B4A935CD-6950-45A5-B2A5-CC8A5C839D84}" type="slidenum">
              <a:rPr lang="en-US" smtClean="0"/>
              <a:t>‹#›</a:t>
            </a:fld>
            <a:endParaRPr lang="en-US"/>
          </a:p>
        </p:txBody>
      </p:sp>
    </p:spTree>
    <p:extLst>
      <p:ext uri="{BB962C8B-B14F-4D97-AF65-F5344CB8AC3E}">
        <p14:creationId xmlns:p14="http://schemas.microsoft.com/office/powerpoint/2010/main" val="2281044548"/>
      </p:ext>
    </p:extLst>
  </p:cSld>
  <p:clrMap bg1="lt1" tx1="dk1" bg2="lt2" tx2="dk2" accent1="accent1" accent2="accent2" accent3="accent3" accent4="accent4" accent5="accent5" accent6="accent6" hlink="hlink" folHlink="folHlink"/>
  <p:sldLayoutIdLst>
    <p:sldLayoutId id="2147483921" r:id="rId1"/>
    <p:sldLayoutId id="2147483922" r:id="rId2"/>
    <p:sldLayoutId id="2147483923" r:id="rId3"/>
    <p:sldLayoutId id="2147483924" r:id="rId4"/>
    <p:sldLayoutId id="2147483925" r:id="rId5"/>
    <p:sldLayoutId id="2147483926" r:id="rId6"/>
    <p:sldLayoutId id="2147483927" r:id="rId7"/>
    <p:sldLayoutId id="2147483928" r:id="rId8"/>
    <p:sldLayoutId id="2147483929" r:id="rId9"/>
    <p:sldLayoutId id="2147483930" r:id="rId10"/>
    <p:sldLayoutId id="2147483931" r:id="rId11"/>
    <p:sldLayoutId id="2147483932" r:id="rId12"/>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13" descr="graph"/>
          <p:cNvPicPr>
            <a:picLocks noChangeAspect="1" noChangeArrowheads="1"/>
          </p:cNvPicPr>
          <p:nvPr userDrawn="1"/>
        </p:nvPicPr>
        <p:blipFill>
          <a:blip r:embed="rId15">
            <a:extLst>
              <a:ext uri="{28A0092B-C50C-407E-A947-70E740481C1C}">
                <a14:useLocalDpi xmlns:a14="http://schemas.microsoft.com/office/drawing/2010/main" val="0"/>
              </a:ext>
            </a:extLst>
          </a:blip>
          <a:srcRect l="3638" t="2191" r="3653" b="2213"/>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 name="Rectangle 2"/>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8" name="Rectangle 3"/>
          <p:cNvSpPr>
            <a:spLocks noGrp="1" noChangeArrowheads="1"/>
          </p:cNvSpPr>
          <p:nvPr>
            <p:ph type="body" idx="1"/>
          </p:nvPr>
        </p:nvSpPr>
        <p:spPr bwMode="auto">
          <a:xfrm>
            <a:off x="609600" y="1600202"/>
            <a:ext cx="10972800" cy="3700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2" name="Rectangle 4"/>
          <p:cNvSpPr>
            <a:spLocks noGrp="1" noChangeArrowheads="1"/>
          </p:cNvSpPr>
          <p:nvPr>
            <p:ph type="dt" sz="half" idx="2"/>
          </p:nvPr>
        </p:nvSpPr>
        <p:spPr bwMode="auto">
          <a:xfrm>
            <a:off x="609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50">
                <a:latin typeface="Arial" charset="0"/>
              </a:defRPr>
            </a:lvl1pPr>
          </a:lstStyle>
          <a:p>
            <a:pPr>
              <a:defRPr/>
            </a:pPr>
            <a:endParaRPr lang="en-US"/>
          </a:p>
        </p:txBody>
      </p:sp>
      <p:sp>
        <p:nvSpPr>
          <p:cNvPr id="1029" name="Rectangle 5"/>
          <p:cNvSpPr>
            <a:spLocks noGrp="1" noChangeArrowheads="1"/>
          </p:cNvSpPr>
          <p:nvPr>
            <p:ph type="ftr" sz="quarter" idx="3"/>
          </p:nvPr>
        </p:nvSpPr>
        <p:spPr bwMode="auto">
          <a:xfrm>
            <a:off x="4165600" y="6245225"/>
            <a:ext cx="3860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50">
                <a:latin typeface="Arial" charset="0"/>
              </a:defRPr>
            </a:lvl1pPr>
          </a:lstStyle>
          <a:p>
            <a:pPr>
              <a:defRPr/>
            </a:pPr>
            <a:endParaRPr lang="en-US"/>
          </a:p>
        </p:txBody>
      </p:sp>
      <p:sp>
        <p:nvSpPr>
          <p:cNvPr id="1030" name="Rectangle 6"/>
          <p:cNvSpPr>
            <a:spLocks noGrp="1" noChangeArrowheads="1"/>
          </p:cNvSpPr>
          <p:nvPr>
            <p:ph type="sldNum" sz="quarter" idx="4"/>
          </p:nvPr>
        </p:nvSpPr>
        <p:spPr bwMode="auto">
          <a:xfrm>
            <a:off x="8737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50" smtClean="0"/>
            </a:lvl1pPr>
          </a:lstStyle>
          <a:p>
            <a:pPr>
              <a:defRPr/>
            </a:pPr>
            <a:fld id="{B953DA43-4302-477D-B1A2-E5979C4E4987}" type="slidenum">
              <a:rPr lang="en-US" altLang="en-US"/>
              <a:pPr>
                <a:defRPr/>
              </a:pPr>
              <a:t>‹#›</a:t>
            </a:fld>
            <a:endParaRPr lang="en-US" altLang="en-US"/>
          </a:p>
        </p:txBody>
      </p:sp>
    </p:spTree>
    <p:extLst>
      <p:ext uri="{BB962C8B-B14F-4D97-AF65-F5344CB8AC3E}">
        <p14:creationId xmlns:p14="http://schemas.microsoft.com/office/powerpoint/2010/main" val="3851517885"/>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 id="2147483937" r:id="rId4"/>
    <p:sldLayoutId id="2147483938" r:id="rId5"/>
    <p:sldLayoutId id="2147483939" r:id="rId6"/>
    <p:sldLayoutId id="2147483940" r:id="rId7"/>
    <p:sldLayoutId id="2147483941" r:id="rId8"/>
    <p:sldLayoutId id="2147483942" r:id="rId9"/>
    <p:sldLayoutId id="2147483943" r:id="rId10"/>
    <p:sldLayoutId id="2147483944" r:id="rId11"/>
    <p:sldLayoutId id="2147483945" r:id="rId12"/>
    <p:sldLayoutId id="2147483946" r:id="rId13"/>
  </p:sldLayoutIdLst>
  <p:txStyles>
    <p:titleStyle>
      <a:lvl1pPr algn="ctr" rtl="0" eaLnBrk="0" fontAlgn="base" hangingPunct="0">
        <a:spcBef>
          <a:spcPct val="0"/>
        </a:spcBef>
        <a:spcAft>
          <a:spcPct val="0"/>
        </a:spcAft>
        <a:defRPr sz="3300">
          <a:solidFill>
            <a:schemeClr val="tx2"/>
          </a:solidFill>
          <a:latin typeface="+mj-lt"/>
          <a:ea typeface="+mj-ea"/>
          <a:cs typeface="+mj-cs"/>
        </a:defRPr>
      </a:lvl1pPr>
      <a:lvl2pPr algn="ctr" rtl="0" eaLnBrk="0" fontAlgn="base" hangingPunct="0">
        <a:spcBef>
          <a:spcPct val="0"/>
        </a:spcBef>
        <a:spcAft>
          <a:spcPct val="0"/>
        </a:spcAft>
        <a:defRPr sz="3300">
          <a:solidFill>
            <a:schemeClr val="tx2"/>
          </a:solidFill>
          <a:latin typeface="Arial" charset="0"/>
        </a:defRPr>
      </a:lvl2pPr>
      <a:lvl3pPr algn="ctr" rtl="0" eaLnBrk="0" fontAlgn="base" hangingPunct="0">
        <a:spcBef>
          <a:spcPct val="0"/>
        </a:spcBef>
        <a:spcAft>
          <a:spcPct val="0"/>
        </a:spcAft>
        <a:defRPr sz="3300">
          <a:solidFill>
            <a:schemeClr val="tx2"/>
          </a:solidFill>
          <a:latin typeface="Arial" charset="0"/>
        </a:defRPr>
      </a:lvl3pPr>
      <a:lvl4pPr algn="ctr" rtl="0" eaLnBrk="0" fontAlgn="base" hangingPunct="0">
        <a:spcBef>
          <a:spcPct val="0"/>
        </a:spcBef>
        <a:spcAft>
          <a:spcPct val="0"/>
        </a:spcAft>
        <a:defRPr sz="3300">
          <a:solidFill>
            <a:schemeClr val="tx2"/>
          </a:solidFill>
          <a:latin typeface="Arial" charset="0"/>
        </a:defRPr>
      </a:lvl4pPr>
      <a:lvl5pPr algn="ctr" rtl="0" eaLnBrk="0" fontAlgn="base" hangingPunct="0">
        <a:spcBef>
          <a:spcPct val="0"/>
        </a:spcBef>
        <a:spcAft>
          <a:spcPct val="0"/>
        </a:spcAft>
        <a:defRPr sz="3300">
          <a:solidFill>
            <a:schemeClr val="tx2"/>
          </a:solidFill>
          <a:latin typeface="Arial" charset="0"/>
        </a:defRPr>
      </a:lvl5pPr>
      <a:lvl6pPr marL="342900" algn="ctr" rtl="0" fontAlgn="base">
        <a:spcBef>
          <a:spcPct val="0"/>
        </a:spcBef>
        <a:spcAft>
          <a:spcPct val="0"/>
        </a:spcAft>
        <a:defRPr sz="3300">
          <a:solidFill>
            <a:schemeClr val="tx2"/>
          </a:solidFill>
          <a:latin typeface="Arial" charset="0"/>
        </a:defRPr>
      </a:lvl6pPr>
      <a:lvl7pPr marL="685800" algn="ctr" rtl="0" fontAlgn="base">
        <a:spcBef>
          <a:spcPct val="0"/>
        </a:spcBef>
        <a:spcAft>
          <a:spcPct val="0"/>
        </a:spcAft>
        <a:defRPr sz="3300">
          <a:solidFill>
            <a:schemeClr val="tx2"/>
          </a:solidFill>
          <a:latin typeface="Arial" charset="0"/>
        </a:defRPr>
      </a:lvl7pPr>
      <a:lvl8pPr marL="1028700" algn="ctr" rtl="0" fontAlgn="base">
        <a:spcBef>
          <a:spcPct val="0"/>
        </a:spcBef>
        <a:spcAft>
          <a:spcPct val="0"/>
        </a:spcAft>
        <a:defRPr sz="3300">
          <a:solidFill>
            <a:schemeClr val="tx2"/>
          </a:solidFill>
          <a:latin typeface="Arial" charset="0"/>
        </a:defRPr>
      </a:lvl8pPr>
      <a:lvl9pPr marL="1371600" algn="ctr" rtl="0" fontAlgn="base">
        <a:spcBef>
          <a:spcPct val="0"/>
        </a:spcBef>
        <a:spcAft>
          <a:spcPct val="0"/>
        </a:spcAft>
        <a:defRPr sz="3300">
          <a:solidFill>
            <a:schemeClr val="tx2"/>
          </a:solidFill>
          <a:latin typeface="Arial" charset="0"/>
        </a:defRPr>
      </a:lvl9pPr>
    </p:titleStyle>
    <p:bodyStyle>
      <a:lvl1pPr marL="257175" indent="-257175" algn="l" rtl="0" eaLnBrk="0" fontAlgn="base" hangingPunct="0">
        <a:spcBef>
          <a:spcPct val="20000"/>
        </a:spcBef>
        <a:spcAft>
          <a:spcPct val="0"/>
        </a:spcAft>
        <a:buChar char="•"/>
        <a:defRPr sz="2400">
          <a:solidFill>
            <a:schemeClr val="tx1"/>
          </a:solidFill>
          <a:latin typeface="+mn-lt"/>
          <a:ea typeface="+mn-ea"/>
          <a:cs typeface="+mn-cs"/>
        </a:defRPr>
      </a:lvl1pPr>
      <a:lvl2pPr marL="557213" indent="-214313" algn="l" rtl="0" eaLnBrk="0" fontAlgn="base" hangingPunct="0">
        <a:spcBef>
          <a:spcPct val="20000"/>
        </a:spcBef>
        <a:spcAft>
          <a:spcPct val="0"/>
        </a:spcAft>
        <a:buChar char="–"/>
        <a:defRPr sz="2100">
          <a:solidFill>
            <a:schemeClr val="tx1"/>
          </a:solidFill>
          <a:latin typeface="+mn-lt"/>
        </a:defRPr>
      </a:lvl2pPr>
      <a:lvl3pPr marL="857250" indent="-171450" algn="l" rtl="0" eaLnBrk="0" fontAlgn="base" hangingPunct="0">
        <a:spcBef>
          <a:spcPct val="20000"/>
        </a:spcBef>
        <a:spcAft>
          <a:spcPct val="0"/>
        </a:spcAft>
        <a:buChar char="•"/>
        <a:defRPr sz="1800">
          <a:solidFill>
            <a:schemeClr val="tx1"/>
          </a:solidFill>
          <a:latin typeface="+mn-lt"/>
        </a:defRPr>
      </a:lvl3pPr>
      <a:lvl4pPr marL="1200150" indent="-171450" algn="l" rtl="0" eaLnBrk="0" fontAlgn="base" hangingPunct="0">
        <a:spcBef>
          <a:spcPct val="20000"/>
        </a:spcBef>
        <a:spcAft>
          <a:spcPct val="0"/>
        </a:spcAft>
        <a:buChar char="–"/>
        <a:defRPr sz="1500">
          <a:solidFill>
            <a:schemeClr val="tx1"/>
          </a:solidFill>
          <a:latin typeface="+mn-lt"/>
        </a:defRPr>
      </a:lvl4pPr>
      <a:lvl5pPr marL="1543050" indent="-171450" algn="l" rtl="0" eaLnBrk="0" fontAlgn="base" hangingPunct="0">
        <a:spcBef>
          <a:spcPct val="20000"/>
        </a:spcBef>
        <a:spcAft>
          <a:spcPct val="0"/>
        </a:spcAft>
        <a:buChar char="»"/>
        <a:defRPr sz="1500">
          <a:solidFill>
            <a:schemeClr val="tx1"/>
          </a:solidFill>
          <a:latin typeface="+mn-lt"/>
        </a:defRPr>
      </a:lvl5pPr>
      <a:lvl6pPr marL="1885950" indent="-171450" algn="l" rtl="0" fontAlgn="base">
        <a:spcBef>
          <a:spcPct val="20000"/>
        </a:spcBef>
        <a:spcAft>
          <a:spcPct val="0"/>
        </a:spcAft>
        <a:buChar char="»"/>
        <a:defRPr sz="1500">
          <a:solidFill>
            <a:schemeClr val="tx1"/>
          </a:solidFill>
          <a:latin typeface="+mn-lt"/>
        </a:defRPr>
      </a:lvl6pPr>
      <a:lvl7pPr marL="2228850" indent="-171450" algn="l" rtl="0" fontAlgn="base">
        <a:spcBef>
          <a:spcPct val="20000"/>
        </a:spcBef>
        <a:spcAft>
          <a:spcPct val="0"/>
        </a:spcAft>
        <a:buChar char="»"/>
        <a:defRPr sz="1500">
          <a:solidFill>
            <a:schemeClr val="tx1"/>
          </a:solidFill>
          <a:latin typeface="+mn-lt"/>
        </a:defRPr>
      </a:lvl7pPr>
      <a:lvl8pPr marL="2571750" indent="-171450" algn="l" rtl="0" fontAlgn="base">
        <a:spcBef>
          <a:spcPct val="20000"/>
        </a:spcBef>
        <a:spcAft>
          <a:spcPct val="0"/>
        </a:spcAft>
        <a:buChar char="»"/>
        <a:defRPr sz="1500">
          <a:solidFill>
            <a:schemeClr val="tx1"/>
          </a:solidFill>
          <a:latin typeface="+mn-lt"/>
        </a:defRPr>
      </a:lvl8pPr>
      <a:lvl9pPr marL="2914650" indent="-171450" algn="l" rtl="0" fontAlgn="base">
        <a:spcBef>
          <a:spcPct val="20000"/>
        </a:spcBef>
        <a:spcAft>
          <a:spcPct val="0"/>
        </a:spcAft>
        <a:buChar char="»"/>
        <a:defRPr sz="15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 name="Text Placeholder 2"/>
          <p:cNvSpPr>
            <a:spLocks noGrp="1"/>
          </p:cNvSpPr>
          <p:nvPr>
            <p:ph type="body" idx="1"/>
          </p:nvPr>
        </p:nvSpPr>
        <p:spPr bwMode="auto">
          <a:xfrm>
            <a:off x="609600" y="1600205"/>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p:cNvSpPr>
            <a:spLocks noGrp="1"/>
          </p:cNvSpPr>
          <p:nvPr>
            <p:ph type="dt" sz="half" idx="2"/>
          </p:nvPr>
        </p:nvSpPr>
        <p:spPr>
          <a:xfrm>
            <a:off x="609600" y="6356355"/>
            <a:ext cx="2844800" cy="365125"/>
          </a:xfrm>
          <a:prstGeom prst="rect">
            <a:avLst/>
          </a:prstGeom>
        </p:spPr>
        <p:txBody>
          <a:bodyPr vert="horz" lIns="91440" tIns="45720" rIns="91440" bIns="45720" rtlCol="0" anchor="ctr"/>
          <a:lstStyle>
            <a:lvl1pPr algn="l">
              <a:defRPr sz="675">
                <a:solidFill>
                  <a:schemeClr val="tx1">
                    <a:tint val="75000"/>
                  </a:schemeClr>
                </a:solidFill>
              </a:defRPr>
            </a:lvl1pPr>
          </a:lstStyle>
          <a:p>
            <a:pPr defTabSz="514350">
              <a:defRPr/>
            </a:pPr>
            <a:endParaRPr lang="en-US">
              <a:solidFill>
                <a:prstClr val="black">
                  <a:tint val="75000"/>
                </a:prstClr>
              </a:solidFill>
              <a:latin typeface="Verdana" panose="020B0604030504040204" pitchFamily="34" charset="0"/>
            </a:endParaRPr>
          </a:p>
        </p:txBody>
      </p:sp>
      <p:sp>
        <p:nvSpPr>
          <p:cNvPr id="5" name="Footer Placeholder 4"/>
          <p:cNvSpPr>
            <a:spLocks noGrp="1"/>
          </p:cNvSpPr>
          <p:nvPr>
            <p:ph type="ftr" sz="quarter" idx="3"/>
          </p:nvPr>
        </p:nvSpPr>
        <p:spPr>
          <a:xfrm>
            <a:off x="4165600" y="6356355"/>
            <a:ext cx="3860800" cy="365125"/>
          </a:xfrm>
          <a:prstGeom prst="rect">
            <a:avLst/>
          </a:prstGeom>
        </p:spPr>
        <p:txBody>
          <a:bodyPr vert="horz" lIns="91440" tIns="45720" rIns="91440" bIns="45720" rtlCol="0" anchor="ctr"/>
          <a:lstStyle>
            <a:lvl1pPr algn="ctr">
              <a:defRPr sz="675">
                <a:solidFill>
                  <a:schemeClr val="tx1">
                    <a:tint val="75000"/>
                  </a:schemeClr>
                </a:solidFill>
              </a:defRPr>
            </a:lvl1pPr>
          </a:lstStyle>
          <a:p>
            <a:pPr defTabSz="514350">
              <a:defRPr/>
            </a:pPr>
            <a:endParaRPr lang="en-US">
              <a:solidFill>
                <a:prstClr val="black">
                  <a:tint val="75000"/>
                </a:prstClr>
              </a:solidFill>
              <a:latin typeface="Verdana" panose="020B0604030504040204" pitchFamily="34" charset="0"/>
            </a:endParaRPr>
          </a:p>
        </p:txBody>
      </p:sp>
      <p:sp>
        <p:nvSpPr>
          <p:cNvPr id="6" name="Slide Number Placeholder 5"/>
          <p:cNvSpPr>
            <a:spLocks noGrp="1"/>
          </p:cNvSpPr>
          <p:nvPr>
            <p:ph type="sldNum" sz="quarter" idx="4"/>
          </p:nvPr>
        </p:nvSpPr>
        <p:spPr>
          <a:xfrm>
            <a:off x="8737600" y="6356355"/>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675">
                <a:solidFill>
                  <a:srgbClr val="898989"/>
                </a:solidFill>
              </a:defRPr>
            </a:lvl1pPr>
          </a:lstStyle>
          <a:p>
            <a:pPr defTabSz="514350">
              <a:defRPr/>
            </a:pPr>
            <a:fld id="{70316B3B-81D3-4DA6-9C8C-D747F98811E8}" type="slidenum">
              <a:rPr lang="en-US" altLang="en-US" smtClean="0">
                <a:latin typeface="Verdana" panose="020B0604030504040204" pitchFamily="34" charset="0"/>
              </a:rPr>
              <a:pPr defTabSz="514350">
                <a:defRPr/>
              </a:pPr>
              <a:t>‹#›</a:t>
            </a:fld>
            <a:endParaRPr lang="en-US" altLang="en-US">
              <a:latin typeface="Verdana" panose="020B0604030504040204" pitchFamily="34" charset="0"/>
            </a:endParaRPr>
          </a:p>
        </p:txBody>
      </p:sp>
    </p:spTree>
    <p:extLst>
      <p:ext uri="{BB962C8B-B14F-4D97-AF65-F5344CB8AC3E}">
        <p14:creationId xmlns:p14="http://schemas.microsoft.com/office/powerpoint/2010/main" val="4180710013"/>
      </p:ext>
    </p:extLst>
  </p:cSld>
  <p:clrMap bg1="lt1" tx1="dk1" bg2="lt2" tx2="dk2" accent1="accent1" accent2="accent2" accent3="accent3" accent4="accent4" accent5="accent5" accent6="accent6" hlink="hlink" folHlink="folHlink"/>
  <p:sldLayoutIdLst>
    <p:sldLayoutId id="2147483948" r:id="rId1"/>
    <p:sldLayoutId id="2147483949" r:id="rId2"/>
    <p:sldLayoutId id="2147483950" r:id="rId3"/>
    <p:sldLayoutId id="2147483951" r:id="rId4"/>
    <p:sldLayoutId id="2147483952" r:id="rId5"/>
    <p:sldLayoutId id="2147483953" r:id="rId6"/>
    <p:sldLayoutId id="2147483954" r:id="rId7"/>
    <p:sldLayoutId id="2147483955" r:id="rId8"/>
    <p:sldLayoutId id="2147483956" r:id="rId9"/>
    <p:sldLayoutId id="2147483957" r:id="rId10"/>
    <p:sldLayoutId id="2147483958"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0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0" end="0"/>
                                            </p:txEl>
                                          </p:spTgt>
                                        </p:tgtEl>
                                        <p:attrNameLst>
                                          <p:attrName>style.visibility</p:attrName>
                                        </p:attrNameLst>
                                      </p:cBhvr>
                                      <p:to>
                                        <p:strVal val="visible"/>
                                      </p:to>
                                    </p:set>
                                    <p:animEffect transition="in" filter="fade">
                                      <p:cBhvr>
                                        <p:cTn id="12" dur="2000"/>
                                        <p:tgtEl>
                                          <p:spTgt spid="3">
                                            <p:txEl>
                                              <p:pRg st="0" end="0"/>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2000"/>
                                        <p:tgtEl>
                                          <p:spTgt spid="3">
                                            <p:txEl>
                                              <p:pRg st="1" end="1"/>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
                                            <p:txEl>
                                              <p:pRg st="2" end="2"/>
                                            </p:txEl>
                                          </p:spTgt>
                                        </p:tgtEl>
                                        <p:attrNameLst>
                                          <p:attrName>style.visibility</p:attrName>
                                        </p:attrNameLst>
                                      </p:cBhvr>
                                      <p:to>
                                        <p:strVal val="visible"/>
                                      </p:to>
                                    </p:set>
                                    <p:animEffect transition="in" filter="fade">
                                      <p:cBhvr>
                                        <p:cTn id="18" dur="2000"/>
                                        <p:tgtEl>
                                          <p:spTgt spid="3">
                                            <p:txEl>
                                              <p:pRg st="2" end="2"/>
                                            </p:txEl>
                                          </p:spTgt>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2000"/>
                                        <p:tgtEl>
                                          <p:spTgt spid="3">
                                            <p:txEl>
                                              <p:pRg st="3" end="3"/>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xEl>
                                              <p:pRg st="4" end="4"/>
                                            </p:txEl>
                                          </p:spTgt>
                                        </p:tgtEl>
                                        <p:attrNameLst>
                                          <p:attrName>style.visibility</p:attrName>
                                        </p:attrNameLst>
                                      </p:cBhvr>
                                      <p:to>
                                        <p:strVal val="visible"/>
                                      </p:to>
                                    </p:set>
                                    <p:animEffect transition="in" filter="fade">
                                      <p:cBhvr>
                                        <p:cTn id="24" dur="20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click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2000"/>
                        <p:tgtEl>
                          <p:spTgt spid="3"/>
                        </p:tgtEl>
                      </p:cBhvr>
                    </p:animEffect>
                  </p:childTnLst>
                </p:cTn>
              </p:par>
            </p:tnLst>
          </p:tmpl>
          <p:tmpl lvl="2">
            <p:tnLst>
              <p:par>
                <p:cTn presetID="10" presetClass="entr" presetSubtype="0"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2000"/>
                        <p:tgtEl>
                          <p:spTgt spid="3"/>
                        </p:tgtEl>
                      </p:cBhvr>
                    </p:animEffect>
                  </p:childTnLst>
                </p:cTn>
              </p:par>
            </p:tnLst>
          </p:tmpl>
          <p:tmpl lvl="3">
            <p:tnLst>
              <p:par>
                <p:cTn presetID="10" presetClass="entr" presetSubtype="0"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2000"/>
                        <p:tgtEl>
                          <p:spTgt spid="3"/>
                        </p:tgtEl>
                      </p:cBhvr>
                    </p:animEffect>
                  </p:childTnLst>
                </p:cTn>
              </p:par>
            </p:tnLst>
          </p:tmpl>
          <p:tmpl lvl="4">
            <p:tnLst>
              <p:par>
                <p:cTn presetID="10" presetClass="entr" presetSubtype="0"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2000"/>
                        <p:tgtEl>
                          <p:spTgt spid="3"/>
                        </p:tgtEl>
                      </p:cBhvr>
                    </p:animEffect>
                  </p:childTnLst>
                </p:cTn>
              </p:par>
            </p:tnLst>
          </p:tmpl>
          <p:tmpl lvl="5">
            <p:tnLst>
              <p:par>
                <p:cTn presetID="10" presetClass="entr" presetSubtype="0"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2000"/>
                        <p:tgtEl>
                          <p:spTgt spid="3"/>
                        </p:tgtEl>
                      </p:cBhvr>
                    </p:animEffect>
                  </p:childTnLst>
                </p:cTn>
              </p:par>
            </p:tnLst>
          </p:tmpl>
        </p:tmplLst>
      </p:bldP>
    </p:bldLst>
  </p:timing>
  <p:hf hdr="0" ftr="0" dt="0"/>
  <p:txStyles>
    <p:titleStyle>
      <a:lvl1pPr algn="ctr" rtl="0" eaLnBrk="0" fontAlgn="base" hangingPunct="0">
        <a:spcBef>
          <a:spcPct val="0"/>
        </a:spcBef>
        <a:spcAft>
          <a:spcPct val="0"/>
        </a:spcAft>
        <a:defRPr sz="2475" kern="1200">
          <a:solidFill>
            <a:schemeClr val="tx1"/>
          </a:solidFill>
          <a:latin typeface="+mj-lt"/>
          <a:ea typeface="+mj-ea"/>
          <a:cs typeface="+mj-cs"/>
        </a:defRPr>
      </a:lvl1pPr>
      <a:lvl2pPr algn="ctr" rtl="0" eaLnBrk="0" fontAlgn="base" hangingPunct="0">
        <a:spcBef>
          <a:spcPct val="0"/>
        </a:spcBef>
        <a:spcAft>
          <a:spcPct val="0"/>
        </a:spcAft>
        <a:defRPr sz="2475">
          <a:solidFill>
            <a:schemeClr val="tx1"/>
          </a:solidFill>
          <a:latin typeface="Calibri" pitchFamily="34" charset="0"/>
        </a:defRPr>
      </a:lvl2pPr>
      <a:lvl3pPr algn="ctr" rtl="0" eaLnBrk="0" fontAlgn="base" hangingPunct="0">
        <a:spcBef>
          <a:spcPct val="0"/>
        </a:spcBef>
        <a:spcAft>
          <a:spcPct val="0"/>
        </a:spcAft>
        <a:defRPr sz="2475">
          <a:solidFill>
            <a:schemeClr val="tx1"/>
          </a:solidFill>
          <a:latin typeface="Calibri" pitchFamily="34" charset="0"/>
        </a:defRPr>
      </a:lvl3pPr>
      <a:lvl4pPr algn="ctr" rtl="0" eaLnBrk="0" fontAlgn="base" hangingPunct="0">
        <a:spcBef>
          <a:spcPct val="0"/>
        </a:spcBef>
        <a:spcAft>
          <a:spcPct val="0"/>
        </a:spcAft>
        <a:defRPr sz="2475">
          <a:solidFill>
            <a:schemeClr val="tx1"/>
          </a:solidFill>
          <a:latin typeface="Calibri" pitchFamily="34" charset="0"/>
        </a:defRPr>
      </a:lvl4pPr>
      <a:lvl5pPr algn="ctr" rtl="0" eaLnBrk="0" fontAlgn="base" hangingPunct="0">
        <a:spcBef>
          <a:spcPct val="0"/>
        </a:spcBef>
        <a:spcAft>
          <a:spcPct val="0"/>
        </a:spcAft>
        <a:defRPr sz="2475">
          <a:solidFill>
            <a:schemeClr val="tx1"/>
          </a:solidFill>
          <a:latin typeface="Calibri" pitchFamily="34" charset="0"/>
        </a:defRPr>
      </a:lvl5pPr>
      <a:lvl6pPr marL="257175" algn="ctr" rtl="0" fontAlgn="base">
        <a:spcBef>
          <a:spcPct val="0"/>
        </a:spcBef>
        <a:spcAft>
          <a:spcPct val="0"/>
        </a:spcAft>
        <a:defRPr sz="2475">
          <a:solidFill>
            <a:schemeClr val="tx1"/>
          </a:solidFill>
          <a:latin typeface="Calibri" pitchFamily="34" charset="0"/>
        </a:defRPr>
      </a:lvl6pPr>
      <a:lvl7pPr marL="514350" algn="ctr" rtl="0" fontAlgn="base">
        <a:spcBef>
          <a:spcPct val="0"/>
        </a:spcBef>
        <a:spcAft>
          <a:spcPct val="0"/>
        </a:spcAft>
        <a:defRPr sz="2475">
          <a:solidFill>
            <a:schemeClr val="tx1"/>
          </a:solidFill>
          <a:latin typeface="Calibri" pitchFamily="34" charset="0"/>
        </a:defRPr>
      </a:lvl7pPr>
      <a:lvl8pPr marL="771525" algn="ctr" rtl="0" fontAlgn="base">
        <a:spcBef>
          <a:spcPct val="0"/>
        </a:spcBef>
        <a:spcAft>
          <a:spcPct val="0"/>
        </a:spcAft>
        <a:defRPr sz="2475">
          <a:solidFill>
            <a:schemeClr val="tx1"/>
          </a:solidFill>
          <a:latin typeface="Calibri" pitchFamily="34" charset="0"/>
        </a:defRPr>
      </a:lvl8pPr>
      <a:lvl9pPr marL="1028700" algn="ctr" rtl="0" fontAlgn="base">
        <a:spcBef>
          <a:spcPct val="0"/>
        </a:spcBef>
        <a:spcAft>
          <a:spcPct val="0"/>
        </a:spcAft>
        <a:defRPr sz="2475">
          <a:solidFill>
            <a:schemeClr val="tx1"/>
          </a:solidFill>
          <a:latin typeface="Calibri" pitchFamily="34" charset="0"/>
        </a:defRPr>
      </a:lvl9pPr>
    </p:titleStyle>
    <p:bodyStyle>
      <a:lvl1pPr marL="192881" indent="-192881" algn="l" rtl="0" eaLnBrk="0" fontAlgn="base" hangingPunct="0">
        <a:spcBef>
          <a:spcPct val="20000"/>
        </a:spcBef>
        <a:spcAft>
          <a:spcPct val="0"/>
        </a:spcAft>
        <a:buFont typeface="Arial" panose="020B0604020202020204" pitchFamily="34" charset="0"/>
        <a:buChar char="•"/>
        <a:defRPr sz="1800" kern="1200">
          <a:solidFill>
            <a:schemeClr val="tx1"/>
          </a:solidFill>
          <a:latin typeface="+mn-lt"/>
          <a:ea typeface="+mn-ea"/>
          <a:cs typeface="+mn-cs"/>
        </a:defRPr>
      </a:lvl1pPr>
      <a:lvl2pPr marL="417910" indent="-160735" algn="l" rtl="0" eaLnBrk="0" fontAlgn="base" hangingPunct="0">
        <a:spcBef>
          <a:spcPct val="20000"/>
        </a:spcBef>
        <a:spcAft>
          <a:spcPct val="0"/>
        </a:spcAft>
        <a:buFont typeface="Arial" panose="020B0604020202020204" pitchFamily="34" charset="0"/>
        <a:buChar char="–"/>
        <a:defRPr sz="1575" kern="1200">
          <a:solidFill>
            <a:schemeClr val="tx1"/>
          </a:solidFill>
          <a:latin typeface="+mn-lt"/>
          <a:ea typeface="+mn-ea"/>
          <a:cs typeface="+mn-cs"/>
        </a:defRPr>
      </a:lvl2pPr>
      <a:lvl3pPr marL="642938" indent="-128588" algn="l" rtl="0" eaLnBrk="0" fontAlgn="base" hangingPunct="0">
        <a:spcBef>
          <a:spcPct val="20000"/>
        </a:spcBef>
        <a:spcAft>
          <a:spcPct val="0"/>
        </a:spcAft>
        <a:buFont typeface="Arial" panose="020B0604020202020204" pitchFamily="34" charset="0"/>
        <a:buChar char="•"/>
        <a:defRPr sz="1350" kern="1200">
          <a:solidFill>
            <a:schemeClr val="tx1"/>
          </a:solidFill>
          <a:latin typeface="+mn-lt"/>
          <a:ea typeface="+mn-ea"/>
          <a:cs typeface="+mn-cs"/>
        </a:defRPr>
      </a:lvl3pPr>
      <a:lvl4pPr marL="900113" indent="-128588" algn="l" rtl="0" eaLnBrk="0" fontAlgn="base" hangingPunct="0">
        <a:spcBef>
          <a:spcPct val="20000"/>
        </a:spcBef>
        <a:spcAft>
          <a:spcPct val="0"/>
        </a:spcAft>
        <a:buFont typeface="Arial" panose="020B0604020202020204" pitchFamily="34" charset="0"/>
        <a:buChar char="–"/>
        <a:defRPr sz="1125" kern="1200">
          <a:solidFill>
            <a:schemeClr val="tx1"/>
          </a:solidFill>
          <a:latin typeface="+mn-lt"/>
          <a:ea typeface="+mn-ea"/>
          <a:cs typeface="+mn-cs"/>
        </a:defRPr>
      </a:lvl4pPr>
      <a:lvl5pPr marL="1157288" indent="-128588" algn="l" rtl="0" eaLnBrk="0" fontAlgn="base" hangingPunct="0">
        <a:spcBef>
          <a:spcPct val="20000"/>
        </a:spcBef>
        <a:spcAft>
          <a:spcPct val="0"/>
        </a:spcAft>
        <a:buFont typeface="Arial" panose="020B0604020202020204" pitchFamily="34" charset="0"/>
        <a:buChar char="»"/>
        <a:defRPr sz="1125" kern="1200">
          <a:solidFill>
            <a:schemeClr val="tx1"/>
          </a:solidFill>
          <a:latin typeface="+mn-lt"/>
          <a:ea typeface="+mn-ea"/>
          <a:cs typeface="+mn-cs"/>
        </a:defRPr>
      </a:lvl5pPr>
      <a:lvl6pPr marL="1414463" indent="-128588" algn="l" defTabSz="514350" rtl="0" eaLnBrk="1" latinLnBrk="0" hangingPunct="1">
        <a:spcBef>
          <a:spcPct val="20000"/>
        </a:spcBef>
        <a:buFont typeface="Arial" pitchFamily="34" charset="0"/>
        <a:buChar char="•"/>
        <a:defRPr sz="1125" kern="1200">
          <a:solidFill>
            <a:schemeClr val="tx1"/>
          </a:solidFill>
          <a:latin typeface="+mn-lt"/>
          <a:ea typeface="+mn-ea"/>
          <a:cs typeface="+mn-cs"/>
        </a:defRPr>
      </a:lvl6pPr>
      <a:lvl7pPr marL="1671638" indent="-128588" algn="l" defTabSz="514350" rtl="0" eaLnBrk="1" latinLnBrk="0" hangingPunct="1">
        <a:spcBef>
          <a:spcPct val="20000"/>
        </a:spcBef>
        <a:buFont typeface="Arial" pitchFamily="34" charset="0"/>
        <a:buChar char="•"/>
        <a:defRPr sz="1125" kern="1200">
          <a:solidFill>
            <a:schemeClr val="tx1"/>
          </a:solidFill>
          <a:latin typeface="+mn-lt"/>
          <a:ea typeface="+mn-ea"/>
          <a:cs typeface="+mn-cs"/>
        </a:defRPr>
      </a:lvl7pPr>
      <a:lvl8pPr marL="1928813" indent="-128588" algn="l" defTabSz="514350" rtl="0" eaLnBrk="1" latinLnBrk="0" hangingPunct="1">
        <a:spcBef>
          <a:spcPct val="20000"/>
        </a:spcBef>
        <a:buFont typeface="Arial" pitchFamily="34" charset="0"/>
        <a:buChar char="•"/>
        <a:defRPr sz="1125" kern="1200">
          <a:solidFill>
            <a:schemeClr val="tx1"/>
          </a:solidFill>
          <a:latin typeface="+mn-lt"/>
          <a:ea typeface="+mn-ea"/>
          <a:cs typeface="+mn-cs"/>
        </a:defRPr>
      </a:lvl8pPr>
      <a:lvl9pPr marL="2185988" indent="-128588" algn="l" defTabSz="514350" rtl="0" eaLnBrk="1" latinLnBrk="0" hangingPunct="1">
        <a:spcBef>
          <a:spcPct val="20000"/>
        </a:spcBef>
        <a:buFont typeface="Arial" pitchFamily="34" charset="0"/>
        <a:buChar char="•"/>
        <a:defRPr sz="1125" kern="1200">
          <a:solidFill>
            <a:schemeClr val="tx1"/>
          </a:solidFill>
          <a:latin typeface="+mn-lt"/>
          <a:ea typeface="+mn-ea"/>
          <a:cs typeface="+mn-cs"/>
        </a:defRPr>
      </a:lvl9pPr>
    </p:bodyStyle>
    <p:otherStyle>
      <a:defPPr>
        <a:defRPr lang="en-US"/>
      </a:defPPr>
      <a:lvl1pPr marL="0" algn="l" defTabSz="514350" rtl="0" eaLnBrk="1" latinLnBrk="0" hangingPunct="1">
        <a:defRPr sz="1013" kern="1200">
          <a:solidFill>
            <a:schemeClr val="tx1"/>
          </a:solidFill>
          <a:latin typeface="+mn-lt"/>
          <a:ea typeface="+mn-ea"/>
          <a:cs typeface="+mn-cs"/>
        </a:defRPr>
      </a:lvl1pPr>
      <a:lvl2pPr marL="257175" algn="l" defTabSz="514350" rtl="0" eaLnBrk="1" latinLnBrk="0" hangingPunct="1">
        <a:defRPr sz="1013" kern="1200">
          <a:solidFill>
            <a:schemeClr val="tx1"/>
          </a:solidFill>
          <a:latin typeface="+mn-lt"/>
          <a:ea typeface="+mn-ea"/>
          <a:cs typeface="+mn-cs"/>
        </a:defRPr>
      </a:lvl2pPr>
      <a:lvl3pPr marL="514350" algn="l" defTabSz="514350" rtl="0" eaLnBrk="1" latinLnBrk="0" hangingPunct="1">
        <a:defRPr sz="1013" kern="1200">
          <a:solidFill>
            <a:schemeClr val="tx1"/>
          </a:solidFill>
          <a:latin typeface="+mn-lt"/>
          <a:ea typeface="+mn-ea"/>
          <a:cs typeface="+mn-cs"/>
        </a:defRPr>
      </a:lvl3pPr>
      <a:lvl4pPr marL="771525" algn="l" defTabSz="514350" rtl="0" eaLnBrk="1" latinLnBrk="0" hangingPunct="1">
        <a:defRPr sz="1013" kern="1200">
          <a:solidFill>
            <a:schemeClr val="tx1"/>
          </a:solidFill>
          <a:latin typeface="+mn-lt"/>
          <a:ea typeface="+mn-ea"/>
          <a:cs typeface="+mn-cs"/>
        </a:defRPr>
      </a:lvl4pPr>
      <a:lvl5pPr marL="1028700" algn="l" defTabSz="514350" rtl="0" eaLnBrk="1" latinLnBrk="0" hangingPunct="1">
        <a:defRPr sz="1013" kern="1200">
          <a:solidFill>
            <a:schemeClr val="tx1"/>
          </a:solidFill>
          <a:latin typeface="+mn-lt"/>
          <a:ea typeface="+mn-ea"/>
          <a:cs typeface="+mn-cs"/>
        </a:defRPr>
      </a:lvl5pPr>
      <a:lvl6pPr marL="1285875" algn="l" defTabSz="514350" rtl="0" eaLnBrk="1" latinLnBrk="0" hangingPunct="1">
        <a:defRPr sz="1013" kern="1200">
          <a:solidFill>
            <a:schemeClr val="tx1"/>
          </a:solidFill>
          <a:latin typeface="+mn-lt"/>
          <a:ea typeface="+mn-ea"/>
          <a:cs typeface="+mn-cs"/>
        </a:defRPr>
      </a:lvl6pPr>
      <a:lvl7pPr marL="1543050" algn="l" defTabSz="514350" rtl="0" eaLnBrk="1" latinLnBrk="0" hangingPunct="1">
        <a:defRPr sz="1013" kern="1200">
          <a:solidFill>
            <a:schemeClr val="tx1"/>
          </a:solidFill>
          <a:latin typeface="+mn-lt"/>
          <a:ea typeface="+mn-ea"/>
          <a:cs typeface="+mn-cs"/>
        </a:defRPr>
      </a:lvl7pPr>
      <a:lvl8pPr marL="1800225" algn="l" defTabSz="514350" rtl="0" eaLnBrk="1" latinLnBrk="0" hangingPunct="1">
        <a:defRPr sz="1013" kern="1200">
          <a:solidFill>
            <a:schemeClr val="tx1"/>
          </a:solidFill>
          <a:latin typeface="+mn-lt"/>
          <a:ea typeface="+mn-ea"/>
          <a:cs typeface="+mn-cs"/>
        </a:defRPr>
      </a:lvl8pPr>
      <a:lvl9pPr marL="2057400" algn="l" defTabSz="514350" rtl="0" eaLnBrk="1" latinLnBrk="0" hangingPunct="1">
        <a:defRPr sz="1013"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p:cNvSpPr>
            <a:spLocks noGrp="1"/>
          </p:cNvSpPr>
          <p:nvPr>
            <p:ph type="body" idx="1"/>
          </p:nvPr>
        </p:nvSpPr>
        <p:spPr bwMode="auto">
          <a:xfrm>
            <a:off x="609600" y="1600203"/>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p:cNvSpPr>
            <a:spLocks noGrp="1"/>
          </p:cNvSpPr>
          <p:nvPr>
            <p:ph type="dt" sz="half" idx="2"/>
          </p:nvPr>
        </p:nvSpPr>
        <p:spPr>
          <a:xfrm>
            <a:off x="609600" y="6356353"/>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900">
                <a:solidFill>
                  <a:schemeClr val="tx1">
                    <a:tint val="75000"/>
                  </a:schemeClr>
                </a:solidFill>
                <a:latin typeface="+mn-lt"/>
                <a:cs typeface="+mn-cs"/>
              </a:defRPr>
            </a:lvl1pPr>
          </a:lstStyle>
          <a:p>
            <a:pPr>
              <a:defRPr/>
            </a:pPr>
            <a:fld id="{E0D3ACB0-BDE8-44A5-859B-31042846A2C3}" type="datetimeFigureOut">
              <a:rPr lang="en-US">
                <a:solidFill>
                  <a:prstClr val="black">
                    <a:tint val="75000"/>
                  </a:prstClr>
                </a:solidFill>
              </a:rPr>
              <a:pPr>
                <a:defRPr/>
              </a:pPr>
              <a:t>9/28/2025</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3"/>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900">
                <a:solidFill>
                  <a:schemeClr val="tx1">
                    <a:tint val="75000"/>
                  </a:schemeClr>
                </a:solidFill>
                <a:latin typeface="+mn-lt"/>
                <a:cs typeface="+mn-cs"/>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3"/>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defRPr>
            </a:lvl1pPr>
          </a:lstStyle>
          <a:p>
            <a:pPr fontAlgn="base">
              <a:spcBef>
                <a:spcPct val="0"/>
              </a:spcBef>
              <a:spcAft>
                <a:spcPct val="0"/>
              </a:spcAft>
              <a:defRPr/>
            </a:pPr>
            <a:fld id="{52167409-4EC4-466A-85DF-CC0355AA9330}" type="slidenum">
              <a:rPr lang="en-US" altLang="en-US">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708062132"/>
      </p:ext>
    </p:extLst>
  </p:cSld>
  <p:clrMap bg1="lt1" tx1="dk1" bg2="lt2" tx2="dk2" accent1="accent1" accent2="accent2" accent3="accent3" accent4="accent4" accent5="accent5" accent6="accent6" hlink="hlink" folHlink="folHlink"/>
  <p:sldLayoutIdLst>
    <p:sldLayoutId id="2147483960" r:id="rId1"/>
    <p:sldLayoutId id="2147483961" r:id="rId2"/>
    <p:sldLayoutId id="2147483962" r:id="rId3"/>
    <p:sldLayoutId id="2147483963" r:id="rId4"/>
    <p:sldLayoutId id="2147483964" r:id="rId5"/>
    <p:sldLayoutId id="2147483965" r:id="rId6"/>
    <p:sldLayoutId id="2147483966" r:id="rId7"/>
    <p:sldLayoutId id="2147483967" r:id="rId8"/>
    <p:sldLayoutId id="2147483968" r:id="rId9"/>
    <p:sldLayoutId id="2147483969" r:id="rId10"/>
    <p:sldLayoutId id="2147483970" r:id="rId11"/>
  </p:sldLayoutIdLst>
  <p:txStyles>
    <p:titleStyle>
      <a:lvl1pPr algn="ctr" rtl="0" eaLnBrk="0" fontAlgn="base" hangingPunct="0">
        <a:spcBef>
          <a:spcPct val="0"/>
        </a:spcBef>
        <a:spcAft>
          <a:spcPct val="0"/>
        </a:spcAft>
        <a:defRPr sz="3300" kern="1200">
          <a:solidFill>
            <a:schemeClr val="tx1"/>
          </a:solidFill>
          <a:latin typeface="+mj-lt"/>
          <a:ea typeface="+mj-ea"/>
          <a:cs typeface="+mj-cs"/>
        </a:defRPr>
      </a:lvl1pPr>
      <a:lvl2pPr algn="ctr" rtl="0" eaLnBrk="0" fontAlgn="base" hangingPunct="0">
        <a:spcBef>
          <a:spcPct val="0"/>
        </a:spcBef>
        <a:spcAft>
          <a:spcPct val="0"/>
        </a:spcAft>
        <a:defRPr sz="3300">
          <a:solidFill>
            <a:schemeClr val="tx1"/>
          </a:solidFill>
          <a:latin typeface="Calibri" pitchFamily="34" charset="0"/>
        </a:defRPr>
      </a:lvl2pPr>
      <a:lvl3pPr algn="ctr" rtl="0" eaLnBrk="0" fontAlgn="base" hangingPunct="0">
        <a:spcBef>
          <a:spcPct val="0"/>
        </a:spcBef>
        <a:spcAft>
          <a:spcPct val="0"/>
        </a:spcAft>
        <a:defRPr sz="3300">
          <a:solidFill>
            <a:schemeClr val="tx1"/>
          </a:solidFill>
          <a:latin typeface="Calibri" pitchFamily="34" charset="0"/>
        </a:defRPr>
      </a:lvl3pPr>
      <a:lvl4pPr algn="ctr" rtl="0" eaLnBrk="0" fontAlgn="base" hangingPunct="0">
        <a:spcBef>
          <a:spcPct val="0"/>
        </a:spcBef>
        <a:spcAft>
          <a:spcPct val="0"/>
        </a:spcAft>
        <a:defRPr sz="3300">
          <a:solidFill>
            <a:schemeClr val="tx1"/>
          </a:solidFill>
          <a:latin typeface="Calibri" pitchFamily="34" charset="0"/>
        </a:defRPr>
      </a:lvl4pPr>
      <a:lvl5pPr algn="ctr" rtl="0" eaLnBrk="0" fontAlgn="base" hangingPunct="0">
        <a:spcBef>
          <a:spcPct val="0"/>
        </a:spcBef>
        <a:spcAft>
          <a:spcPct val="0"/>
        </a:spcAft>
        <a:defRPr sz="3300">
          <a:solidFill>
            <a:schemeClr val="tx1"/>
          </a:solidFill>
          <a:latin typeface="Calibri" pitchFamily="34" charset="0"/>
        </a:defRPr>
      </a:lvl5pPr>
      <a:lvl6pPr marL="342900" algn="ctr" rtl="0" fontAlgn="base">
        <a:spcBef>
          <a:spcPct val="0"/>
        </a:spcBef>
        <a:spcAft>
          <a:spcPct val="0"/>
        </a:spcAft>
        <a:defRPr sz="3300">
          <a:solidFill>
            <a:schemeClr val="tx1"/>
          </a:solidFill>
          <a:latin typeface="Calibri" pitchFamily="34" charset="0"/>
        </a:defRPr>
      </a:lvl6pPr>
      <a:lvl7pPr marL="685800" algn="ctr" rtl="0" fontAlgn="base">
        <a:spcBef>
          <a:spcPct val="0"/>
        </a:spcBef>
        <a:spcAft>
          <a:spcPct val="0"/>
        </a:spcAft>
        <a:defRPr sz="3300">
          <a:solidFill>
            <a:schemeClr val="tx1"/>
          </a:solidFill>
          <a:latin typeface="Calibri" pitchFamily="34" charset="0"/>
        </a:defRPr>
      </a:lvl7pPr>
      <a:lvl8pPr marL="1028700" algn="ctr" rtl="0" fontAlgn="base">
        <a:spcBef>
          <a:spcPct val="0"/>
        </a:spcBef>
        <a:spcAft>
          <a:spcPct val="0"/>
        </a:spcAft>
        <a:defRPr sz="3300">
          <a:solidFill>
            <a:schemeClr val="tx1"/>
          </a:solidFill>
          <a:latin typeface="Calibri" pitchFamily="34" charset="0"/>
        </a:defRPr>
      </a:lvl8pPr>
      <a:lvl9pPr marL="1371600" algn="ctr" rtl="0" fontAlgn="base">
        <a:spcBef>
          <a:spcPct val="0"/>
        </a:spcBef>
        <a:spcAft>
          <a:spcPct val="0"/>
        </a:spcAft>
        <a:defRPr sz="3300">
          <a:solidFill>
            <a:schemeClr val="tx1"/>
          </a:solidFill>
          <a:latin typeface="Calibri" pitchFamily="34" charset="0"/>
        </a:defRPr>
      </a:lvl9pPr>
    </p:titleStyle>
    <p:bodyStyle>
      <a:lvl1pPr marL="257175" indent="-257175"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1pPr>
      <a:lvl2pPr marL="557213" indent="-214313" algn="l" rtl="0" eaLnBrk="0" fontAlgn="base" hangingPunct="0">
        <a:spcBef>
          <a:spcPct val="20000"/>
        </a:spcBef>
        <a:spcAft>
          <a:spcPct val="0"/>
        </a:spcAft>
        <a:buFont typeface="Arial" panose="020B0604020202020204" pitchFamily="34" charset="0"/>
        <a:buChar char="–"/>
        <a:defRPr sz="2100" kern="1200">
          <a:solidFill>
            <a:schemeClr val="tx1"/>
          </a:solidFill>
          <a:latin typeface="+mn-lt"/>
          <a:ea typeface="+mn-ea"/>
          <a:cs typeface="+mn-cs"/>
        </a:defRPr>
      </a:lvl2pPr>
      <a:lvl3pPr marL="857250" indent="-171450" algn="l" rtl="0" eaLnBrk="0" fontAlgn="base" hangingPunct="0">
        <a:spcBef>
          <a:spcPct val="20000"/>
        </a:spcBef>
        <a:spcAft>
          <a:spcPct val="0"/>
        </a:spcAft>
        <a:buFont typeface="Arial" panose="020B0604020202020204" pitchFamily="34" charset="0"/>
        <a:buChar char="•"/>
        <a:defRPr sz="1800" kern="1200">
          <a:solidFill>
            <a:schemeClr val="tx1"/>
          </a:solidFill>
          <a:latin typeface="+mn-lt"/>
          <a:ea typeface="+mn-ea"/>
          <a:cs typeface="+mn-cs"/>
        </a:defRPr>
      </a:lvl3pPr>
      <a:lvl4pPr marL="1200150" indent="-171450" algn="l" rtl="0" eaLnBrk="0" fontAlgn="base" hangingPunct="0">
        <a:spcBef>
          <a:spcPct val="20000"/>
        </a:spcBef>
        <a:spcAft>
          <a:spcPct val="0"/>
        </a:spcAft>
        <a:buFont typeface="Arial" panose="020B0604020202020204" pitchFamily="34" charset="0"/>
        <a:buChar char="–"/>
        <a:defRPr sz="1500" kern="1200">
          <a:solidFill>
            <a:schemeClr val="tx1"/>
          </a:solidFill>
          <a:latin typeface="+mn-lt"/>
          <a:ea typeface="+mn-ea"/>
          <a:cs typeface="+mn-cs"/>
        </a:defRPr>
      </a:lvl4pPr>
      <a:lvl5pPr marL="1543050" indent="-171450" algn="l" rtl="0" eaLnBrk="0" fontAlgn="base" hangingPunct="0">
        <a:spcBef>
          <a:spcPct val="20000"/>
        </a:spcBef>
        <a:spcAft>
          <a:spcPct val="0"/>
        </a:spcAft>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3323654013"/>
      </p:ext>
    </p:extLst>
  </p:cSld>
  <p:clrMap bg1="lt1" tx1="dk1" bg2="lt2" tx2="dk2" accent1="accent1" accent2="accent2" accent3="accent3" accent4="accent4" accent5="accent5" accent6="accent6" hlink="hlink" folHlink="folHlink"/>
  <p:sldLayoutIdLst>
    <p:sldLayoutId id="2147483972" r:id="rId1"/>
    <p:sldLayoutId id="2147483973" r:id="rId2"/>
    <p:sldLayoutId id="2147483974" r:id="rId3"/>
    <p:sldLayoutId id="2147483975" r:id="rId4"/>
    <p:sldLayoutId id="2147483976" r:id="rId5"/>
    <p:sldLayoutId id="2147483977" r:id="rId6"/>
    <p:sldLayoutId id="2147483978" r:id="rId7"/>
    <p:sldLayoutId id="2147483979" r:id="rId8"/>
    <p:sldLayoutId id="2147483980" r:id="rId9"/>
    <p:sldLayoutId id="2147483981" r:id="rId10"/>
    <p:sldLayoutId id="2147483982" r:id="rId11"/>
    <p:sldLayoutId id="2147483983" r:id="rId12"/>
    <p:sldLayoutId id="2147483984" r:id="rId13"/>
    <p:sldLayoutId id="2147483985" r:id="rId14"/>
    <p:sldLayoutId id="2147483986" r:id="rId15"/>
    <p:sldLayoutId id="2147483987" r:id="rId16"/>
    <p:sldLayoutId id="2147483988" r:id="rId17"/>
    <p:sldLayoutId id="2147483989" r:id="rId18"/>
    <p:sldLayoutId id="2147483990" r:id="rId19"/>
    <p:sldLayoutId id="2147483991" r:id="rId20"/>
    <p:sldLayoutId id="2147483992" r:id="rId21"/>
    <p:sldLayoutId id="2147483993" r:id="rId22"/>
    <p:sldLayoutId id="2147483994" r:id="rId23"/>
    <p:sldLayoutId id="2147483995" r:id="rId24"/>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1920">
          <p15:clr>
            <a:srgbClr val="F26B43"/>
          </p15:clr>
        </p15:guide>
        <p15:guide id="3" pos="5760">
          <p15:clr>
            <a:srgbClr val="F26B43"/>
          </p15:clr>
        </p15:guide>
        <p15:guide id="4" pos="7104">
          <p15:clr>
            <a:srgbClr val="C35EA4"/>
          </p15:clr>
        </p15:guide>
        <p15:guide id="5" pos="576">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1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04.xml"/></Relationships>
</file>

<file path=ppt/slides/_rels/slide1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04.xml"/></Relationships>
</file>

<file path=ppt/slides/_rels/slide1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04.xml"/></Relationships>
</file>

<file path=ppt/slides/_rels/slide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04.xml"/></Relationships>
</file>

<file path=ppt/slides/_rels/slide1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104.xml"/></Relationships>
</file>

<file path=ppt/slides/_rels/slide14.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104.xml"/></Relationships>
</file>

<file path=ppt/slides/_rels/slide1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0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5.xml"/></Relationships>
</file>

<file path=ppt/slides/_rels/slide21.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9.xml"/></Relationships>
</file>

<file path=ppt/slides/_rels/slide2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xml"/><Relationship Id="rId1" Type="http://schemas.openxmlformats.org/officeDocument/2006/relationships/slideLayout" Target="../slideLayouts/slideLayout3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3.xml.rels><?xml version="1.0" encoding="UTF-8" standalone="yes"?>
<Relationships xmlns="http://schemas.openxmlformats.org/package/2006/relationships"><Relationship Id="rId3" Type="http://schemas.openxmlformats.org/officeDocument/2006/relationships/diagramLayout" Target="../diagrams/layout2.xml"/><Relationship Id="rId7" Type="http://schemas.openxmlformats.org/officeDocument/2006/relationships/image" Target="../media/image14.jpeg"/><Relationship Id="rId2" Type="http://schemas.openxmlformats.org/officeDocument/2006/relationships/diagramData" Target="../diagrams/data2.xml"/><Relationship Id="rId1" Type="http://schemas.openxmlformats.org/officeDocument/2006/relationships/slideLayout" Target="../slideLayouts/slideLayout35.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9.xml"/></Relationships>
</file>

<file path=ppt/slides/_rels/slide2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3.xml"/><Relationship Id="rId1" Type="http://schemas.openxmlformats.org/officeDocument/2006/relationships/slideLayout" Target="../slideLayouts/slideLayout57.xml"/></Relationships>
</file>

<file path=ppt/slides/_rels/slide27.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9.xml"/></Relationships>
</file>

<file path=ppt/slides/_rels/slide2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xml"/><Relationship Id="rId1" Type="http://schemas.openxmlformats.org/officeDocument/2006/relationships/slideLayout" Target="../slideLayouts/slideLayout57.xml"/><Relationship Id="rId4" Type="http://schemas.openxmlformats.org/officeDocument/2006/relationships/image" Target="../media/image14.jpeg"/></Relationships>
</file>

<file path=ppt/slides/_rels/slide30.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5.xml"/><Relationship Id="rId1" Type="http://schemas.openxmlformats.org/officeDocument/2006/relationships/slideLayout" Target="../slideLayouts/slideLayout57.xml"/></Relationships>
</file>

<file path=ppt/slides/_rels/slide3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57.xml"/></Relationships>
</file>

<file path=ppt/slides/_rels/slide3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68.xml"/></Relationships>
</file>

<file path=ppt/slides/_rels/slide3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6.xml"/><Relationship Id="rId1" Type="http://schemas.openxmlformats.org/officeDocument/2006/relationships/slideLayout" Target="../slideLayouts/slideLayout57.xml"/></Relationships>
</file>

<file path=ppt/slides/_rels/slide3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7.xml"/><Relationship Id="rId1" Type="http://schemas.openxmlformats.org/officeDocument/2006/relationships/slideLayout" Target="../slideLayouts/slideLayout57.xml"/><Relationship Id="rId4" Type="http://schemas.openxmlformats.org/officeDocument/2006/relationships/image" Target="../media/image14.jpeg"/></Relationships>
</file>

<file path=ppt/slides/_rels/slide3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68.xml"/></Relationships>
</file>

<file path=ppt/slides/_rels/slide37.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8.xml"/><Relationship Id="rId1" Type="http://schemas.openxmlformats.org/officeDocument/2006/relationships/slideLayout" Target="../slideLayouts/slideLayout57.xml"/></Relationships>
</file>

<file path=ppt/slides/_rels/slide38.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9.xml"/><Relationship Id="rId1" Type="http://schemas.openxmlformats.org/officeDocument/2006/relationships/slideLayout" Target="../slideLayouts/slideLayout57.xml"/></Relationships>
</file>

<file path=ppt/slides/_rels/slide39.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10.xml"/><Relationship Id="rId1" Type="http://schemas.openxmlformats.org/officeDocument/2006/relationships/slideLayout" Target="../slideLayouts/slideLayout57.xml"/></Relationships>
</file>

<file path=ppt/slides/_rels/slide40.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11.xml"/><Relationship Id="rId1" Type="http://schemas.openxmlformats.org/officeDocument/2006/relationships/slideLayout" Target="../slideLayouts/slideLayout57.xml"/></Relationships>
</file>

<file path=ppt/slides/_rels/slide41.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2.xml"/><Relationship Id="rId1" Type="http://schemas.openxmlformats.org/officeDocument/2006/relationships/slideLayout" Target="../slideLayouts/slideLayout46.xml"/></Relationships>
</file>

<file path=ppt/slides/_rels/slide42.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3.xml"/><Relationship Id="rId1" Type="http://schemas.openxmlformats.org/officeDocument/2006/relationships/slideLayout" Target="../slideLayouts/slideLayout46.xml"/></Relationships>
</file>

<file path=ppt/slides/_rels/slide43.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4.xml"/><Relationship Id="rId1" Type="http://schemas.openxmlformats.org/officeDocument/2006/relationships/slideLayout" Target="../slideLayouts/slideLayout46.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0.xml"/></Relationships>
</file>

<file path=ppt/slides/_rels/slide45.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6.xml"/><Relationship Id="rId1" Type="http://schemas.openxmlformats.org/officeDocument/2006/relationships/slideLayout" Target="../slideLayouts/slideLayout46.xml"/></Relationships>
</file>

<file path=ppt/slides/_rels/slide46.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7.xml"/><Relationship Id="rId1" Type="http://schemas.openxmlformats.org/officeDocument/2006/relationships/slideLayout" Target="../slideLayouts/slideLayout50.xml"/></Relationships>
</file>

<file path=ppt/slides/_rels/slide4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8.xml"/><Relationship Id="rId1" Type="http://schemas.openxmlformats.org/officeDocument/2006/relationships/slideLayout" Target="../slideLayouts/slideLayout79.xml"/></Relationships>
</file>

<file path=ppt/slides/_rels/slide4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9.xml"/><Relationship Id="rId1" Type="http://schemas.openxmlformats.org/officeDocument/2006/relationships/slideLayout" Target="../slideLayouts/slideLayout79.xml"/></Relationships>
</file>

<file path=ppt/slides/_rels/slide4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0.xml"/><Relationship Id="rId1" Type="http://schemas.openxmlformats.org/officeDocument/2006/relationships/slideLayout" Target="../slideLayouts/slideLayout84.xml"/></Relationships>
</file>

<file path=ppt/slides/_rels/slide5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1.xml"/><Relationship Id="rId1" Type="http://schemas.openxmlformats.org/officeDocument/2006/relationships/slideLayout" Target="../slideLayouts/slideLayout84.xml"/></Relationships>
</file>

<file path=ppt/slides/_rels/slide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4.xml"/></Relationships>
</file>

<file path=ppt/slides/_rels/slide5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3.xml"/><Relationship Id="rId1" Type="http://schemas.openxmlformats.org/officeDocument/2006/relationships/slideLayout" Target="../slideLayouts/slideLayout84.xml"/></Relationships>
</file>

<file path=ppt/slides/_rels/slide53.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140.xml"/></Relationships>
</file>

<file path=ppt/slides/_rels/slide54.xml.rels><?xml version="1.0" encoding="UTF-8" standalone="yes"?>
<Relationships xmlns="http://schemas.openxmlformats.org/package/2006/relationships"><Relationship Id="rId3" Type="http://schemas.openxmlformats.org/officeDocument/2006/relationships/image" Target="../media/image27.gif"/><Relationship Id="rId2" Type="http://schemas.openxmlformats.org/officeDocument/2006/relationships/image" Target="../media/image26.jpeg"/><Relationship Id="rId1" Type="http://schemas.openxmlformats.org/officeDocument/2006/relationships/slideLayout" Target="../slideLayouts/slideLayout140.xml"/></Relationships>
</file>

<file path=ppt/slides/_rels/slide5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jpeg"/><Relationship Id="rId1" Type="http://schemas.openxmlformats.org/officeDocument/2006/relationships/slideLayout" Target="../slideLayouts/slideLayout40.xml"/></Relationships>
</file>

<file path=ppt/slides/_rels/slide56.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40.xml"/></Relationships>
</file>

<file path=ppt/slides/_rels/slide57.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40.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0B98925-0550-1AFB-C1DC-02792400FB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 name="Picture 13" descr="Topview of mint green workspace with laptop, coffee, notebook, pen, glasses, and mouse">
            <a:extLst>
              <a:ext uri="{FF2B5EF4-FFF2-40B4-BE49-F238E27FC236}">
                <a16:creationId xmlns:a16="http://schemas.microsoft.com/office/drawing/2014/main" id="{F0F8CEE5-2E71-1C78-3336-9A61DCABC304}"/>
              </a:ext>
            </a:extLst>
          </p:cNvPr>
          <p:cNvPicPr>
            <a:picLocks noChangeAspect="1"/>
          </p:cNvPicPr>
          <p:nvPr/>
        </p:nvPicPr>
        <p:blipFill>
          <a:blip r:embed="rId2"/>
          <a:srcRect r="9091" b="23391"/>
          <a:stretch>
            <a:fillRect/>
          </a:stretch>
        </p:blipFill>
        <p:spPr>
          <a:xfrm>
            <a:off x="20" y="10"/>
            <a:ext cx="12191979" cy="6857990"/>
          </a:xfrm>
          <a:prstGeom prst="rect">
            <a:avLst/>
          </a:prstGeom>
        </p:spPr>
      </p:pic>
      <p:sp>
        <p:nvSpPr>
          <p:cNvPr id="15" name="Rectangle 14">
            <a:extLst>
              <a:ext uri="{FF2B5EF4-FFF2-40B4-BE49-F238E27FC236}">
                <a16:creationId xmlns:a16="http://schemas.microsoft.com/office/drawing/2014/main" id="{0DBFCB27-760B-5FF3-72F5-581461CE16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999" cy="1280160"/>
          </a:xfrm>
          <a:prstGeom prst="rect">
            <a:avLst/>
          </a:prstGeom>
          <a:solidFill>
            <a:schemeClr val="bg1">
              <a:alpha val="2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D3889C93-7A75-67E2-414B-CFE3F9C67EAA}"/>
              </a:ext>
            </a:extLst>
          </p:cNvPr>
          <p:cNvSpPr>
            <a:spLocks noGrp="1"/>
          </p:cNvSpPr>
          <p:nvPr>
            <p:ph type="ctrTitle"/>
          </p:nvPr>
        </p:nvSpPr>
        <p:spPr>
          <a:xfrm>
            <a:off x="5527431" y="-184902"/>
            <a:ext cx="6664569" cy="1649961"/>
          </a:xfrm>
        </p:spPr>
        <p:txBody>
          <a:bodyPr anchor="ctr">
            <a:normAutofit fontScale="90000"/>
          </a:bodyPr>
          <a:lstStyle/>
          <a:p>
            <a:pPr algn="ctr"/>
            <a:r>
              <a:rPr lang="en-US" sz="4400" dirty="0">
                <a:solidFill>
                  <a:schemeClr val="bg1"/>
                </a:solidFill>
              </a:rPr>
              <a:t>V450: Project Management &amp; Implementation </a:t>
            </a:r>
          </a:p>
        </p:txBody>
      </p:sp>
      <p:sp>
        <p:nvSpPr>
          <p:cNvPr id="3" name="Subtitle 2">
            <a:extLst>
              <a:ext uri="{FF2B5EF4-FFF2-40B4-BE49-F238E27FC236}">
                <a16:creationId xmlns:a16="http://schemas.microsoft.com/office/drawing/2014/main" id="{A032B49F-D8D2-5623-DC28-689E025329E5}"/>
              </a:ext>
            </a:extLst>
          </p:cNvPr>
          <p:cNvSpPr>
            <a:spLocks noGrp="1"/>
          </p:cNvSpPr>
          <p:nvPr>
            <p:ph type="subTitle" idx="1"/>
          </p:nvPr>
        </p:nvSpPr>
        <p:spPr>
          <a:xfrm>
            <a:off x="5273168" y="4987638"/>
            <a:ext cx="6453553" cy="1768979"/>
          </a:xfrm>
        </p:spPr>
        <p:txBody>
          <a:bodyPr anchor="ctr">
            <a:normAutofit/>
          </a:bodyPr>
          <a:lstStyle/>
          <a:p>
            <a:pPr>
              <a:lnSpc>
                <a:spcPct val="100000"/>
              </a:lnSpc>
              <a:spcBef>
                <a:spcPts val="0"/>
              </a:spcBef>
            </a:pPr>
            <a:r>
              <a:rPr lang="en-US" sz="3000" i="0" dirty="0">
                <a:solidFill>
                  <a:schemeClr val="bg1"/>
                </a:solidFill>
                <a:latin typeface="Calibri" panose="020F0502020204030204" pitchFamily="34" charset="0"/>
                <a:cs typeface="Calibri" panose="020F0502020204030204" pitchFamily="34" charset="0"/>
              </a:rPr>
              <a:t>“How to manage a project: Limit it in scope. Make it simple. Get success. Then iterate."            - Auren Hoffman</a:t>
            </a:r>
          </a:p>
          <a:p>
            <a:pPr algn="r"/>
            <a:endParaRPr lang="en-US" sz="1900" dirty="0"/>
          </a:p>
        </p:txBody>
      </p:sp>
      <p:sp>
        <p:nvSpPr>
          <p:cNvPr id="5" name="Title 1">
            <a:extLst>
              <a:ext uri="{FF2B5EF4-FFF2-40B4-BE49-F238E27FC236}">
                <a16:creationId xmlns:a16="http://schemas.microsoft.com/office/drawing/2014/main" id="{5301D76F-3E0D-9ACC-56BD-2C71F4219BA7}"/>
              </a:ext>
            </a:extLst>
          </p:cNvPr>
          <p:cNvSpPr txBox="1">
            <a:spLocks/>
          </p:cNvSpPr>
          <p:nvPr/>
        </p:nvSpPr>
        <p:spPr>
          <a:xfrm>
            <a:off x="5527432" y="1649961"/>
            <a:ext cx="6579576" cy="3152775"/>
          </a:xfrm>
          <a:prstGeom prst="rect">
            <a:avLst/>
          </a:prstGeom>
        </p:spPr>
        <p:txBody>
          <a:bodyPr vert="horz" lIns="91440" tIns="45720" rIns="91440" bIns="45720" rtlCol="0" anchor="ctr">
            <a:noAutofit/>
          </a:bodyPr>
          <a:lstStyle>
            <a:lvl1pPr algn="l" defTabSz="914400" rtl="0" eaLnBrk="1" latinLnBrk="0" hangingPunct="1">
              <a:lnSpc>
                <a:spcPct val="100000"/>
              </a:lnSpc>
              <a:spcBef>
                <a:spcPct val="0"/>
              </a:spcBef>
              <a:buNone/>
              <a:defRPr sz="7200" b="1" kern="1200">
                <a:solidFill>
                  <a:schemeClr val="tx1"/>
                </a:solidFill>
                <a:latin typeface="+mj-lt"/>
                <a:ea typeface="+mj-ea"/>
                <a:cs typeface="+mj-cs"/>
              </a:defRPr>
            </a:lvl1pPr>
          </a:lstStyle>
          <a:p>
            <a:r>
              <a:rPr lang="en-US" sz="6500" b="0" dirty="0">
                <a:solidFill>
                  <a:schemeClr val="bg1"/>
                </a:solidFill>
              </a:rPr>
              <a:t>Class 7</a:t>
            </a:r>
          </a:p>
          <a:p>
            <a:r>
              <a:rPr lang="en-US" sz="5800" dirty="0">
                <a:solidFill>
                  <a:schemeClr val="bg1"/>
                </a:solidFill>
              </a:rPr>
              <a:t>Scope of Work I</a:t>
            </a:r>
          </a:p>
          <a:p>
            <a:r>
              <a:rPr lang="en-US" sz="5800" dirty="0">
                <a:solidFill>
                  <a:schemeClr val="bg1"/>
                </a:solidFill>
              </a:rPr>
              <a:t>Big 5 Questions</a:t>
            </a:r>
          </a:p>
        </p:txBody>
      </p:sp>
    </p:spTree>
    <p:extLst>
      <p:ext uri="{BB962C8B-B14F-4D97-AF65-F5344CB8AC3E}">
        <p14:creationId xmlns:p14="http://schemas.microsoft.com/office/powerpoint/2010/main" val="3401892353"/>
      </p:ext>
    </p:extLst>
  </p:cSld>
  <p:clrMapOvr>
    <a:overrideClrMapping bg1="dk1" tx1="lt1" bg2="dk2" tx2="lt2" accent1="accent1" accent2="accent2" accent3="accent3" accent4="accent4" accent5="accent5" accent6="accent6" hlink="hlink" folHlink="folHlink"/>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87CD58E-D68E-21DF-F7CF-48781448EA4A}"/>
              </a:ext>
            </a:extLst>
          </p:cNvPr>
          <p:cNvSpPr>
            <a:spLocks noGrp="1"/>
          </p:cNvSpPr>
          <p:nvPr>
            <p:ph type="title"/>
          </p:nvPr>
        </p:nvSpPr>
        <p:spPr>
          <a:xfrm>
            <a:off x="718559" y="1493170"/>
            <a:ext cx="10515600" cy="1325563"/>
          </a:xfrm>
        </p:spPr>
        <p:txBody>
          <a:bodyPr/>
          <a:lstStyle/>
          <a:p>
            <a:r>
              <a:rPr lang="en-US" dirty="0"/>
              <a:t>15 minutes too short, even with team break-outs.</a:t>
            </a:r>
          </a:p>
        </p:txBody>
      </p:sp>
    </p:spTree>
    <p:extLst>
      <p:ext uri="{BB962C8B-B14F-4D97-AF65-F5344CB8AC3E}">
        <p14:creationId xmlns:p14="http://schemas.microsoft.com/office/powerpoint/2010/main" val="425561352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bg>
      <p:bgPr>
        <a:solidFill>
          <a:srgbClr val="CCECF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914045" y="379834"/>
            <a:ext cx="5797296" cy="891540"/>
          </a:xfrm>
        </p:spPr>
        <p:txBody>
          <a:bodyPr>
            <a:noAutofit/>
          </a:bodyPr>
          <a:lstStyle/>
          <a:p>
            <a:r>
              <a:rPr lang="en-US" sz="4500" b="1" dirty="0">
                <a:latin typeface="+mn-lt"/>
              </a:rPr>
              <a:t>Warm-Up</a:t>
            </a: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914400" y="1768980"/>
            <a:ext cx="10363199" cy="4128238"/>
          </a:xfrm>
        </p:spPr>
        <p:txBody>
          <a:bodyPr>
            <a:normAutofit/>
          </a:bodyPr>
          <a:lstStyle/>
          <a:p>
            <a:pPr marL="557213" indent="-557213">
              <a:spcBef>
                <a:spcPts val="0"/>
              </a:spcBef>
              <a:buFont typeface="+mj-lt"/>
              <a:buAutoNum type="alphaLcParenR"/>
            </a:pPr>
            <a:r>
              <a:rPr lang="en-US" sz="4000" dirty="0">
                <a:solidFill>
                  <a:schemeClr val="tx1"/>
                </a:solidFill>
                <a:latin typeface="Calibri" panose="020F0502020204030204" pitchFamily="34" charset="0"/>
                <a:cs typeface="Calibri" panose="020F0502020204030204" pitchFamily="34" charset="0"/>
              </a:rPr>
              <a:t>What do you want to be great at? What can you do today so you’re a little better tomorrow?</a:t>
            </a:r>
            <a:br>
              <a:rPr lang="en-US" sz="4000" dirty="0">
                <a:solidFill>
                  <a:schemeClr val="tx1"/>
                </a:solidFill>
                <a:latin typeface="Calibri" panose="020F0502020204030204" pitchFamily="34" charset="0"/>
                <a:cs typeface="Calibri" panose="020F0502020204030204" pitchFamily="34" charset="0"/>
              </a:rPr>
            </a:br>
            <a:endParaRPr lang="en-US" sz="4000" dirty="0">
              <a:solidFill>
                <a:schemeClr val="tx1"/>
              </a:solidFill>
              <a:latin typeface="Calibri" panose="020F0502020204030204" pitchFamily="34" charset="0"/>
              <a:cs typeface="Calibri" panose="020F0502020204030204" pitchFamily="34" charset="0"/>
            </a:endParaRPr>
          </a:p>
          <a:p>
            <a:pPr marL="557213" indent="-557213">
              <a:spcBef>
                <a:spcPts val="0"/>
              </a:spcBef>
              <a:buFont typeface="+mj-lt"/>
              <a:buAutoNum type="alphaLcParenR"/>
            </a:pPr>
            <a:r>
              <a:rPr lang="en-US" sz="4000" dirty="0">
                <a:solidFill>
                  <a:schemeClr val="tx1"/>
                </a:solidFill>
                <a:latin typeface="Calibri" panose="020F0502020204030204" pitchFamily="34" charset="0"/>
                <a:cs typeface="Calibri" panose="020F0502020204030204" pitchFamily="34" charset="0"/>
              </a:rPr>
              <a:t>What was your first job? What was your best or worst job?</a:t>
            </a:r>
          </a:p>
          <a:p>
            <a:pPr marL="0" indent="0">
              <a:spcBef>
                <a:spcPts val="0"/>
              </a:spcBef>
              <a:buNone/>
            </a:pPr>
            <a:endParaRPr lang="en-US" sz="3500" dirty="0">
              <a:solidFill>
                <a:schemeClr val="tx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49461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500"/>
                                        <p:tgtEl>
                                          <p:spTgt spid="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1" name="Freeform: Shape 1030">
            <a:extLst>
              <a:ext uri="{FF2B5EF4-FFF2-40B4-BE49-F238E27FC236}">
                <a16:creationId xmlns:a16="http://schemas.microsoft.com/office/drawing/2014/main" id="{774A975B-A886-5202-0489-6965514A0D1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7869" y="508090"/>
            <a:ext cx="11153214" cy="149279"/>
          </a:xfrm>
          <a:custGeom>
            <a:avLst/>
            <a:gdLst>
              <a:gd name="connsiteX0" fmla="*/ 0 w 8085002"/>
              <a:gd name="connsiteY0" fmla="*/ 0 h 149279"/>
              <a:gd name="connsiteX1" fmla="*/ 8085002 w 8085002"/>
              <a:gd name="connsiteY1" fmla="*/ 0 h 149279"/>
              <a:gd name="connsiteX2" fmla="*/ 8085002 w 8085002"/>
              <a:gd name="connsiteY2" fmla="*/ 149279 h 149279"/>
              <a:gd name="connsiteX3" fmla="*/ 0 w 8085002"/>
              <a:gd name="connsiteY3" fmla="*/ 149279 h 149279"/>
            </a:gdLst>
            <a:ahLst/>
            <a:cxnLst>
              <a:cxn ang="0">
                <a:pos x="connsiteX0" y="connsiteY0"/>
              </a:cxn>
              <a:cxn ang="0">
                <a:pos x="connsiteX1" y="connsiteY1"/>
              </a:cxn>
              <a:cxn ang="0">
                <a:pos x="connsiteX2" y="connsiteY2"/>
              </a:cxn>
              <a:cxn ang="0">
                <a:pos x="connsiteX3" y="connsiteY3"/>
              </a:cxn>
            </a:cxnLst>
            <a:rect l="l" t="t" r="r" b="b"/>
            <a:pathLst>
              <a:path w="8085002" h="149279">
                <a:moveTo>
                  <a:pt x="0" y="0"/>
                </a:moveTo>
                <a:lnTo>
                  <a:pt x="8085002" y="0"/>
                </a:lnTo>
                <a:lnTo>
                  <a:pt x="8085002" y="149279"/>
                </a:lnTo>
                <a:lnTo>
                  <a:pt x="0" y="14927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sp>
        <p:nvSpPr>
          <p:cNvPr id="1033" name="Freeform: Shape 1032">
            <a:extLst>
              <a:ext uri="{FF2B5EF4-FFF2-40B4-BE49-F238E27FC236}">
                <a16:creationId xmlns:a16="http://schemas.microsoft.com/office/drawing/2014/main" id="{EA67E988-5919-57BB-C7DE-D3EAD38A304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7870" y="6209925"/>
            <a:ext cx="11155680" cy="45719"/>
          </a:xfrm>
          <a:custGeom>
            <a:avLst/>
            <a:gdLst/>
            <a:ahLst/>
            <a:cxnLst/>
            <a:rect l="l" t="t" r="r" b="b"/>
            <a:pathLst>
              <a:path w="8715708" h="45719">
                <a:moveTo>
                  <a:pt x="0" y="0"/>
                </a:moveTo>
                <a:lnTo>
                  <a:pt x="3694525" y="0"/>
                </a:lnTo>
                <a:lnTo>
                  <a:pt x="5021183" y="0"/>
                </a:lnTo>
                <a:lnTo>
                  <a:pt x="8715708" y="0"/>
                </a:lnTo>
                <a:lnTo>
                  <a:pt x="8715708" y="45719"/>
                </a:lnTo>
                <a:lnTo>
                  <a:pt x="5021183" y="45719"/>
                </a:lnTo>
                <a:lnTo>
                  <a:pt x="3694525" y="45719"/>
                </a:lnTo>
                <a:lnTo>
                  <a:pt x="0" y="4571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sp>
        <p:nvSpPr>
          <p:cNvPr id="1035" name="Rectangle 1034">
            <a:extLst>
              <a:ext uri="{FF2B5EF4-FFF2-40B4-BE49-F238E27FC236}">
                <a16:creationId xmlns:a16="http://schemas.microsoft.com/office/drawing/2014/main" id="{5820888B-4EA5-E0E8-6D52-7733E1E7745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FFFFFF"/>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sp>
        <p:nvSpPr>
          <p:cNvPr id="5" name="TextBox 4">
            <a:extLst>
              <a:ext uri="{FF2B5EF4-FFF2-40B4-BE49-F238E27FC236}">
                <a16:creationId xmlns:a16="http://schemas.microsoft.com/office/drawing/2014/main" id="{032FED00-61A4-3C96-0CD6-863D7D64E817}"/>
              </a:ext>
            </a:extLst>
          </p:cNvPr>
          <p:cNvSpPr txBox="1"/>
          <p:nvPr/>
        </p:nvSpPr>
        <p:spPr>
          <a:xfrm>
            <a:off x="521208" y="978408"/>
            <a:ext cx="4896826" cy="3832874"/>
          </a:xfrm>
          <a:prstGeom prst="rect">
            <a:avLst/>
          </a:prstGeom>
        </p:spPr>
        <p:txBody>
          <a:bodyPr vert="horz" lIns="91440" tIns="45720" rIns="91440" bIns="45720" rtlCol="0" anchor="t">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4500" b="1" i="0" u="none" strike="noStrike" kern="1200" cap="none" spc="0" normalizeH="0" baseline="0" noProof="0" dirty="0">
                <a:ln>
                  <a:noFill/>
                </a:ln>
                <a:solidFill>
                  <a:srgbClr val="000000"/>
                </a:solidFill>
                <a:effectLst/>
                <a:uLnTx/>
                <a:uFillTx/>
                <a:latin typeface="Bierstadt"/>
                <a:ea typeface="+mn-ea"/>
                <a:cs typeface="+mn-cs"/>
              </a:rPr>
              <a:t>Max Bowne</a:t>
            </a:r>
          </a:p>
          <a:p>
            <a:pPr marL="0" marR="0" lvl="0" indent="0" algn="l" defTabSz="914400" rtl="0" eaLnBrk="1" fontAlgn="auto" latinLnBrk="0" hangingPunct="1">
              <a:lnSpc>
                <a:spcPct val="90000"/>
              </a:lnSpc>
              <a:spcBef>
                <a:spcPct val="0"/>
              </a:spcBef>
              <a:spcAft>
                <a:spcPts val="600"/>
              </a:spcAft>
              <a:buClrTx/>
              <a:buSzTx/>
              <a:buFontTx/>
              <a:buNone/>
              <a:tabLst/>
              <a:defRPr/>
            </a:pPr>
            <a:endParaRPr kumimoji="0" lang="en-US" sz="3000" b="1" i="0" u="none" strike="noStrike" kern="1200" cap="none" spc="0" normalizeH="0" baseline="0" noProof="0" dirty="0">
              <a:ln>
                <a:noFill/>
              </a:ln>
              <a:solidFill>
                <a:srgbClr val="000000"/>
              </a:solidFill>
              <a:effectLst/>
              <a:uLnTx/>
              <a:uFillTx/>
              <a:latin typeface="Bierstadt"/>
              <a:ea typeface="+mn-ea"/>
              <a:cs typeface="+mn-cs"/>
            </a:endParaRPr>
          </a:p>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Bierstadt"/>
                <a:ea typeface="+mn-ea"/>
                <a:cs typeface="+mn-cs"/>
              </a:rPr>
              <a:t>Legislative Assistant to State Senators Jim Tomes and Dan </a:t>
            </a:r>
            <a:r>
              <a:rPr kumimoji="0" lang="en-US" sz="3000" b="1" i="0" u="none" strike="noStrike" kern="1200" cap="none" spc="0" normalizeH="0" baseline="0" noProof="0" dirty="0" err="1">
                <a:ln>
                  <a:noFill/>
                </a:ln>
                <a:solidFill>
                  <a:srgbClr val="000000"/>
                </a:solidFill>
                <a:effectLst/>
                <a:uLnTx/>
                <a:uFillTx/>
                <a:latin typeface="Bierstadt"/>
                <a:ea typeface="+mn-ea"/>
                <a:cs typeface="+mn-cs"/>
              </a:rPr>
              <a:t>Dernulc</a:t>
            </a:r>
            <a:endParaRPr kumimoji="0" lang="en-US" sz="3000" b="1" i="0" u="none" strike="noStrike" kern="1200" cap="none" spc="0" normalizeH="0" baseline="0" noProof="0" dirty="0">
              <a:ln>
                <a:noFill/>
              </a:ln>
              <a:solidFill>
                <a:srgbClr val="000000"/>
              </a:solidFill>
              <a:effectLst/>
              <a:uLnTx/>
              <a:uFillTx/>
              <a:latin typeface="Bierstadt"/>
              <a:ea typeface="+mn-ea"/>
              <a:cs typeface="+mn-cs"/>
            </a:endParaRPr>
          </a:p>
        </p:txBody>
      </p:sp>
      <p:sp>
        <p:nvSpPr>
          <p:cNvPr id="1037" name="Freeform: Shape 1036">
            <a:extLst>
              <a:ext uri="{FF2B5EF4-FFF2-40B4-BE49-F238E27FC236}">
                <a16:creationId xmlns:a16="http://schemas.microsoft.com/office/drawing/2014/main" id="{06B5A8BF-0680-F9A7-27B1-3971EC93478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7869" y="508090"/>
            <a:ext cx="11153214" cy="149279"/>
          </a:xfrm>
          <a:custGeom>
            <a:avLst/>
            <a:gdLst>
              <a:gd name="connsiteX0" fmla="*/ 0 w 8085002"/>
              <a:gd name="connsiteY0" fmla="*/ 0 h 149279"/>
              <a:gd name="connsiteX1" fmla="*/ 8085002 w 8085002"/>
              <a:gd name="connsiteY1" fmla="*/ 0 h 149279"/>
              <a:gd name="connsiteX2" fmla="*/ 8085002 w 8085002"/>
              <a:gd name="connsiteY2" fmla="*/ 149279 h 149279"/>
              <a:gd name="connsiteX3" fmla="*/ 0 w 8085002"/>
              <a:gd name="connsiteY3" fmla="*/ 149279 h 149279"/>
            </a:gdLst>
            <a:ahLst/>
            <a:cxnLst>
              <a:cxn ang="0">
                <a:pos x="connsiteX0" y="connsiteY0"/>
              </a:cxn>
              <a:cxn ang="0">
                <a:pos x="connsiteX1" y="connsiteY1"/>
              </a:cxn>
              <a:cxn ang="0">
                <a:pos x="connsiteX2" y="connsiteY2"/>
              </a:cxn>
              <a:cxn ang="0">
                <a:pos x="connsiteX3" y="connsiteY3"/>
              </a:cxn>
            </a:cxnLst>
            <a:rect l="l" t="t" r="r" b="b"/>
            <a:pathLst>
              <a:path w="8085002" h="149279">
                <a:moveTo>
                  <a:pt x="0" y="0"/>
                </a:moveTo>
                <a:lnTo>
                  <a:pt x="8085002" y="0"/>
                </a:lnTo>
                <a:lnTo>
                  <a:pt x="8085002" y="149279"/>
                </a:lnTo>
                <a:lnTo>
                  <a:pt x="0" y="14927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pic>
        <p:nvPicPr>
          <p:cNvPr id="1026" name="Picture 2" descr="Max Bowne">
            <a:extLst>
              <a:ext uri="{FF2B5EF4-FFF2-40B4-BE49-F238E27FC236}">
                <a16:creationId xmlns:a16="http://schemas.microsoft.com/office/drawing/2014/main" id="{BA50083C-7BBC-C41D-1455-8EA5B4545078}"/>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6290524" y="875376"/>
            <a:ext cx="5380268" cy="53802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988329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952AB0E-B64A-4CCD-1A66-D81B9454E294}"/>
            </a:ext>
          </a:extLst>
        </p:cNvPr>
        <p:cNvGrpSpPr/>
        <p:nvPr/>
      </p:nvGrpSpPr>
      <p:grpSpPr>
        <a:xfrm>
          <a:off x="0" y="0"/>
          <a:ext cx="0" cy="0"/>
          <a:chOff x="0" y="0"/>
          <a:chExt cx="0" cy="0"/>
        </a:xfrm>
      </p:grpSpPr>
      <p:sp>
        <p:nvSpPr>
          <p:cNvPr id="6" name="Content Placeholder 5">
            <a:extLst>
              <a:ext uri="{FF2B5EF4-FFF2-40B4-BE49-F238E27FC236}">
                <a16:creationId xmlns:a16="http://schemas.microsoft.com/office/drawing/2014/main" id="{3425EC55-9404-68A9-F2A6-6F4588A09109}"/>
              </a:ext>
            </a:extLst>
          </p:cNvPr>
          <p:cNvSpPr>
            <a:spLocks noGrp="1"/>
          </p:cNvSpPr>
          <p:nvPr>
            <p:ph idx="1"/>
          </p:nvPr>
        </p:nvSpPr>
        <p:spPr>
          <a:xfrm>
            <a:off x="266700" y="416405"/>
            <a:ext cx="11658599" cy="916739"/>
          </a:xfrm>
        </p:spPr>
        <p:txBody>
          <a:bodyPr vert="horz" lIns="91440" tIns="45720" rIns="91440" bIns="45720" rtlCol="0" anchor="t">
            <a:normAutofit/>
          </a:bodyPr>
          <a:lstStyle/>
          <a:p>
            <a:pPr marL="0" indent="0" algn="ctr">
              <a:lnSpc>
                <a:spcPct val="100000"/>
              </a:lnSpc>
              <a:spcBef>
                <a:spcPts val="0"/>
              </a:spcBef>
              <a:buNone/>
            </a:pPr>
            <a:r>
              <a:rPr lang="en-US" sz="4500" b="1" noProof="1">
                <a:latin typeface="Gill Sans Ultra Bold" panose="020B0A02020104020203" pitchFamily="34" charset="0"/>
              </a:rPr>
              <a:t>Today’s Objectives</a:t>
            </a:r>
          </a:p>
          <a:p>
            <a:pPr marL="0" indent="0">
              <a:lnSpc>
                <a:spcPct val="100000"/>
              </a:lnSpc>
              <a:spcBef>
                <a:spcPts val="0"/>
              </a:spcBef>
              <a:buNone/>
            </a:pPr>
            <a:endParaRPr lang="en-US" sz="3800" noProof="1"/>
          </a:p>
          <a:p>
            <a:pPr marL="0" indent="0">
              <a:lnSpc>
                <a:spcPct val="100000"/>
              </a:lnSpc>
              <a:spcBef>
                <a:spcPts val="0"/>
              </a:spcBef>
              <a:buNone/>
            </a:pPr>
            <a:endParaRPr lang="en-US" sz="3800" noProof="1"/>
          </a:p>
          <a:p>
            <a:pPr marL="0" indent="0">
              <a:lnSpc>
                <a:spcPct val="100000"/>
              </a:lnSpc>
              <a:spcBef>
                <a:spcPts val="0"/>
              </a:spcBef>
              <a:buNone/>
            </a:pPr>
            <a:endParaRPr lang="en-US" sz="3800" noProof="1"/>
          </a:p>
          <a:p>
            <a:pPr marL="0" indent="0">
              <a:lnSpc>
                <a:spcPct val="100000"/>
              </a:lnSpc>
              <a:spcBef>
                <a:spcPts val="0"/>
              </a:spcBef>
              <a:buNone/>
            </a:pPr>
            <a:endParaRPr lang="en-US" sz="3800" noProof="1"/>
          </a:p>
        </p:txBody>
      </p:sp>
      <p:sp>
        <p:nvSpPr>
          <p:cNvPr id="38" name="Slide Number Placeholder 37">
            <a:extLst>
              <a:ext uri="{FF2B5EF4-FFF2-40B4-BE49-F238E27FC236}">
                <a16:creationId xmlns:a16="http://schemas.microsoft.com/office/drawing/2014/main" id="{30DFC3CF-EE19-9EE3-DBA8-DAF744FFC8D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CEABB6-07DC-46E8-9B57-56EC44A396E5}" type="slidenum">
              <a:rPr kumimoji="0" lang="en-US" sz="1000" b="0" i="0" u="none" strike="noStrike" kern="1200" cap="none" spc="0" normalizeH="0" baseline="0" noProof="0" smtClean="0">
                <a:ln>
                  <a:noFill/>
                </a:ln>
                <a:solidFill>
                  <a:prstClr val="black"/>
                </a:solidFill>
                <a:effectLst/>
                <a:uLnTx/>
                <a:uFillTx/>
                <a:latin typeface="Avenir Next LT Pro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000" b="0" i="0" u="none" strike="noStrike" kern="1200" cap="none" spc="0" normalizeH="0" baseline="0" noProof="0" dirty="0">
              <a:ln>
                <a:noFill/>
              </a:ln>
              <a:solidFill>
                <a:prstClr val="black"/>
              </a:solidFill>
              <a:effectLst/>
              <a:uLnTx/>
              <a:uFillTx/>
              <a:latin typeface="Avenir Next LT Pro Light"/>
              <a:ea typeface="+mn-ea"/>
              <a:cs typeface="+mn-cs"/>
            </a:endParaRPr>
          </a:p>
        </p:txBody>
      </p:sp>
      <p:sp>
        <p:nvSpPr>
          <p:cNvPr id="2" name="Rectangle 1">
            <a:extLst>
              <a:ext uri="{FF2B5EF4-FFF2-40B4-BE49-F238E27FC236}">
                <a16:creationId xmlns:a16="http://schemas.microsoft.com/office/drawing/2014/main" id="{FE0D8EE5-8B00-4F94-9DBF-EF0AC2417F74}"/>
              </a:ext>
              <a:ext uri="{C183D7F6-B498-43B3-948B-1728B52AA6E4}">
                <adec:decorative xmlns:adec="http://schemas.microsoft.com/office/drawing/2017/decorative" val="1"/>
              </a:ext>
            </a:extLst>
          </p:cNvPr>
          <p:cNvSpPr/>
          <p:nvPr/>
        </p:nvSpPr>
        <p:spPr>
          <a:xfrm>
            <a:off x="853868" y="1574561"/>
            <a:ext cx="2538813" cy="3572143"/>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venir Next LT Pro Light"/>
              <a:ea typeface="+mn-ea"/>
              <a:cs typeface="+mn-cs"/>
            </a:endParaRPr>
          </a:p>
        </p:txBody>
      </p:sp>
      <p:sp>
        <p:nvSpPr>
          <p:cNvPr id="3" name="Rectangle 2">
            <a:extLst>
              <a:ext uri="{FF2B5EF4-FFF2-40B4-BE49-F238E27FC236}">
                <a16:creationId xmlns:a16="http://schemas.microsoft.com/office/drawing/2014/main" id="{5BFAFCFC-FA4A-7345-9E6A-1D31CD6329C3}"/>
              </a:ext>
              <a:ext uri="{C183D7F6-B498-43B3-948B-1728B52AA6E4}">
                <adec:decorative xmlns:adec="http://schemas.microsoft.com/office/drawing/2017/decorative" val="1"/>
              </a:ext>
            </a:extLst>
          </p:cNvPr>
          <p:cNvSpPr/>
          <p:nvPr/>
        </p:nvSpPr>
        <p:spPr>
          <a:xfrm>
            <a:off x="4904573" y="1576697"/>
            <a:ext cx="2649909" cy="3572142"/>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venir Next LT Pro Light"/>
              <a:ea typeface="+mn-ea"/>
              <a:cs typeface="+mn-cs"/>
            </a:endParaRPr>
          </a:p>
        </p:txBody>
      </p:sp>
      <p:sp>
        <p:nvSpPr>
          <p:cNvPr id="4" name="Rectangle 3">
            <a:extLst>
              <a:ext uri="{FF2B5EF4-FFF2-40B4-BE49-F238E27FC236}">
                <a16:creationId xmlns:a16="http://schemas.microsoft.com/office/drawing/2014/main" id="{A9F040BB-2824-4DE9-070F-099CC55D627D}"/>
              </a:ext>
              <a:ext uri="{C183D7F6-B498-43B3-948B-1728B52AA6E4}">
                <adec:decorative xmlns:adec="http://schemas.microsoft.com/office/drawing/2017/decorative" val="1"/>
              </a:ext>
            </a:extLst>
          </p:cNvPr>
          <p:cNvSpPr/>
          <p:nvPr/>
        </p:nvSpPr>
        <p:spPr>
          <a:xfrm>
            <a:off x="8610600" y="1624390"/>
            <a:ext cx="2598098" cy="3458911"/>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venir Next LT Pro Light"/>
              <a:ea typeface="+mn-ea"/>
              <a:cs typeface="+mn-cs"/>
            </a:endParaRPr>
          </a:p>
        </p:txBody>
      </p:sp>
      <p:sp>
        <p:nvSpPr>
          <p:cNvPr id="5" name="Text Placeholder 19">
            <a:extLst>
              <a:ext uri="{FF2B5EF4-FFF2-40B4-BE49-F238E27FC236}">
                <a16:creationId xmlns:a16="http://schemas.microsoft.com/office/drawing/2014/main" id="{153A561B-90F9-A655-1B27-E53D9445535E}"/>
              </a:ext>
            </a:extLst>
          </p:cNvPr>
          <p:cNvSpPr txBox="1">
            <a:spLocks/>
          </p:cNvSpPr>
          <p:nvPr/>
        </p:nvSpPr>
        <p:spPr>
          <a:xfrm>
            <a:off x="983302" y="1893510"/>
            <a:ext cx="2221155" cy="3097233"/>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en-US" sz="2400" b="1" noProof="1">
                <a:latin typeface="Calibri" panose="020F0502020204030204" pitchFamily="34" charset="0"/>
                <a:cs typeface="Calibri" panose="020F0502020204030204" pitchFamily="34" charset="0"/>
              </a:rPr>
              <a:t>Understand that planning begins immediately upon getting the assignment, with 5 Big Questions to ask yourself.</a:t>
            </a:r>
          </a:p>
        </p:txBody>
      </p:sp>
      <p:sp>
        <p:nvSpPr>
          <p:cNvPr id="7" name="Text Placeholder 19">
            <a:extLst>
              <a:ext uri="{FF2B5EF4-FFF2-40B4-BE49-F238E27FC236}">
                <a16:creationId xmlns:a16="http://schemas.microsoft.com/office/drawing/2014/main" id="{ABA12262-BE31-F79F-268A-11387F101653}"/>
              </a:ext>
            </a:extLst>
          </p:cNvPr>
          <p:cNvSpPr txBox="1">
            <a:spLocks/>
          </p:cNvSpPr>
          <p:nvPr/>
        </p:nvSpPr>
        <p:spPr>
          <a:xfrm>
            <a:off x="5118949" y="1893510"/>
            <a:ext cx="2221155" cy="261012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en-US" sz="2400" b="1" noProof="1">
                <a:latin typeface="Calibri" panose="020F0502020204030204" pitchFamily="34" charset="0"/>
                <a:cs typeface="Calibri" panose="020F0502020204030204" pitchFamily="34" charset="0"/>
              </a:rPr>
              <a:t>Learn to answer these questions with the help of a trusted advisor.</a:t>
            </a:r>
          </a:p>
        </p:txBody>
      </p:sp>
      <p:sp>
        <p:nvSpPr>
          <p:cNvPr id="12" name="Text Placeholder 19">
            <a:extLst>
              <a:ext uri="{FF2B5EF4-FFF2-40B4-BE49-F238E27FC236}">
                <a16:creationId xmlns:a16="http://schemas.microsoft.com/office/drawing/2014/main" id="{936FC880-3536-5354-0515-233D260954A4}"/>
              </a:ext>
            </a:extLst>
          </p:cNvPr>
          <p:cNvSpPr txBox="1">
            <a:spLocks/>
          </p:cNvSpPr>
          <p:nvPr/>
        </p:nvSpPr>
        <p:spPr>
          <a:xfrm>
            <a:off x="8799071" y="1893509"/>
            <a:ext cx="2221155" cy="270412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en-US" sz="2400" b="1" noProof="1">
                <a:latin typeface="Calibri" panose="020F0502020204030204" pitchFamily="34" charset="0"/>
                <a:cs typeface="Calibri" panose="020F0502020204030204" pitchFamily="34" charset="0"/>
              </a:rPr>
              <a:t>Realize these questions are best answered early – answers become more costly down the line. </a:t>
            </a:r>
          </a:p>
        </p:txBody>
      </p:sp>
    </p:spTree>
    <p:extLst>
      <p:ext uri="{BB962C8B-B14F-4D97-AF65-F5344CB8AC3E}">
        <p14:creationId xmlns:p14="http://schemas.microsoft.com/office/powerpoint/2010/main" val="2629470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0" end="0"/>
                                            </p:txEl>
                                          </p:spTgt>
                                        </p:tgtEl>
                                        <p:attrNameLst>
                                          <p:attrName>style.visibility</p:attrName>
                                        </p:attrNameLst>
                                      </p:cBhvr>
                                      <p:to>
                                        <p:strVal val="visible"/>
                                      </p:to>
                                    </p:set>
                                    <p:animEffect transition="in" filter="fade">
                                      <p:cBhvr>
                                        <p:cTn id="12" dur="500"/>
                                        <p:tgtEl>
                                          <p:spTgt spid="7">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xEl>
                                              <p:pRg st="0" end="0"/>
                                            </p:txEl>
                                          </p:spTgt>
                                        </p:tgtEl>
                                        <p:attrNameLst>
                                          <p:attrName>style.visibility</p:attrName>
                                        </p:attrNameLst>
                                      </p:cBhvr>
                                      <p:to>
                                        <p:strVal val="visible"/>
                                      </p:to>
                                    </p:set>
                                    <p:animEffect transition="in" filter="fade">
                                      <p:cBhvr>
                                        <p:cTn id="17"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descr="http://www.shankyfinance.com/uploaded_files/main_img/shankyfinance.com5877335340ff511505663-the-word-project-placed-over-a-plan-project-3d-render--Stock-Photo.jpg">
            <a:extLst>
              <a:ext uri="{FF2B5EF4-FFF2-40B4-BE49-F238E27FC236}">
                <a16:creationId xmlns:a16="http://schemas.microsoft.com/office/drawing/2014/main" id="{7FA62F0B-9AE8-42B0-AD9A-1EB9E05D67A2}"/>
              </a:ext>
            </a:extLst>
          </p:cNvPr>
          <p:cNvPicPr>
            <a:picLocks noGrp="1" noChangeAspect="1" noChangeArrowheads="1"/>
          </p:cNvPicPr>
          <p:nvPr>
            <p:ph idx="1"/>
          </p:nvPr>
        </p:nvPicPr>
        <p:blipFill rotWithShape="1">
          <a:blip r:embed="rId2">
            <a:extLst>
              <a:ext uri="{28A0092B-C50C-407E-A947-70E740481C1C}">
                <a14:useLocalDpi xmlns:a14="http://schemas.microsoft.com/office/drawing/2010/main" val="0"/>
              </a:ext>
            </a:extLst>
          </a:blip>
          <a:srcRect b="1316"/>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101437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185500-3683-3137-5E2C-C61563D7FE53}"/>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AB8A766-170A-6772-4F26-E71EFA533E54}"/>
              </a:ext>
            </a:extLst>
          </p:cNvPr>
          <p:cNvSpPr>
            <a:spLocks noGrp="1"/>
          </p:cNvSpPr>
          <p:nvPr>
            <p:ph idx="1"/>
          </p:nvPr>
        </p:nvSpPr>
        <p:spPr>
          <a:xfrm>
            <a:off x="564022" y="534825"/>
            <a:ext cx="10921526" cy="5788350"/>
          </a:xfrm>
        </p:spPr>
        <p:txBody>
          <a:bodyPr/>
          <a:lstStyle/>
          <a:p>
            <a:pPr marL="457200" indent="-457200">
              <a:buAutoNum type="arabicPeriod"/>
            </a:pPr>
            <a:r>
              <a:rPr lang="en-US" sz="3500" strike="sngStrike" dirty="0">
                <a:latin typeface="Calibri" panose="020F0502020204030204" pitchFamily="34" charset="0"/>
                <a:cs typeface="Calibri" panose="020F0502020204030204" pitchFamily="34" charset="0"/>
              </a:rPr>
              <a:t>Pick a project.</a:t>
            </a:r>
          </a:p>
          <a:p>
            <a:pPr marL="457200" indent="-457200">
              <a:buAutoNum type="arabicPeriod"/>
            </a:pPr>
            <a:r>
              <a:rPr lang="en-US" sz="3500" dirty="0">
                <a:latin typeface="Calibri" panose="020F0502020204030204" pitchFamily="34" charset="0"/>
                <a:cs typeface="Calibri" panose="020F0502020204030204" pitchFamily="34" charset="0"/>
              </a:rPr>
              <a:t>Individual Skills Inventory </a:t>
            </a:r>
            <a:r>
              <a:rPr lang="en-US" sz="3500" b="1" dirty="0">
                <a:solidFill>
                  <a:srgbClr val="FF0000"/>
                </a:solidFill>
                <a:latin typeface="Calibri" panose="020F0502020204030204" pitchFamily="34" charset="0"/>
                <a:cs typeface="Calibri" panose="020F0502020204030204" pitchFamily="34" charset="0"/>
              </a:rPr>
              <a:t>due Sunday @ midnight</a:t>
            </a:r>
          </a:p>
          <a:p>
            <a:pPr marL="457200" indent="-457200">
              <a:buAutoNum type="arabicPeriod"/>
            </a:pPr>
            <a:r>
              <a:rPr lang="en-US" sz="3500" dirty="0">
                <a:latin typeface="Calibri" panose="020F0502020204030204" pitchFamily="34" charset="0"/>
                <a:cs typeface="Calibri" panose="020F0502020204030204" pitchFamily="34" charset="0"/>
              </a:rPr>
              <a:t>My User’s Manual.</a:t>
            </a:r>
          </a:p>
          <a:p>
            <a:pPr marL="457200" indent="-457200">
              <a:buAutoNum type="arabicPeriod"/>
            </a:pPr>
            <a:r>
              <a:rPr lang="en-US" sz="3500" dirty="0">
                <a:latin typeface="Calibri" panose="020F0502020204030204" pitchFamily="34" charset="0"/>
                <a:cs typeface="Calibri" panose="020F0502020204030204" pitchFamily="34" charset="0"/>
              </a:rPr>
              <a:t>Phase 1: Initiating</a:t>
            </a:r>
          </a:p>
          <a:p>
            <a:pPr marL="457200" indent="-457200">
              <a:buAutoNum type="arabicPeriod"/>
            </a:pPr>
            <a:r>
              <a:rPr lang="en-US" sz="3500" dirty="0">
                <a:latin typeface="Calibri" panose="020F0502020204030204" pitchFamily="34" charset="0"/>
                <a:cs typeface="Calibri" panose="020F0502020204030204" pitchFamily="34" charset="0"/>
              </a:rPr>
              <a:t>Phase 2: Planning.</a:t>
            </a:r>
          </a:p>
          <a:p>
            <a:pPr marL="457200" indent="-457200">
              <a:buAutoNum type="arabicPeriod"/>
            </a:pPr>
            <a:r>
              <a:rPr lang="en-US" sz="3500" dirty="0">
                <a:latin typeface="Calibri" panose="020F0502020204030204" pitchFamily="34" charset="0"/>
                <a:cs typeface="Calibri" panose="020F0502020204030204" pitchFamily="34" charset="0"/>
              </a:rPr>
              <a:t>Phase 3: Executing.</a:t>
            </a:r>
          </a:p>
          <a:p>
            <a:pPr marL="457200" indent="-457200">
              <a:buAutoNum type="arabicPeriod"/>
            </a:pPr>
            <a:r>
              <a:rPr lang="en-US" sz="3500" dirty="0">
                <a:latin typeface="Calibri" panose="020F0502020204030204" pitchFamily="34" charset="0"/>
                <a:cs typeface="Calibri" panose="020F0502020204030204" pitchFamily="34" charset="0"/>
              </a:rPr>
              <a:t>Phase 4: Monitoring.</a:t>
            </a:r>
          </a:p>
          <a:p>
            <a:pPr marL="457200" indent="-457200">
              <a:buAutoNum type="arabicPeriod"/>
            </a:pPr>
            <a:r>
              <a:rPr lang="en-US" sz="3500" dirty="0">
                <a:latin typeface="Calibri" panose="020F0502020204030204" pitchFamily="34" charset="0"/>
                <a:cs typeface="Calibri" panose="020F0502020204030204" pitchFamily="34" charset="0"/>
              </a:rPr>
              <a:t>Phase 5 Closing.</a:t>
            </a:r>
          </a:p>
          <a:p>
            <a:pPr marL="457200" indent="-457200">
              <a:buAutoNum type="arabicPeriod"/>
            </a:pPr>
            <a:r>
              <a:rPr lang="en-US" sz="3500" dirty="0">
                <a:latin typeface="Calibri" panose="020F0502020204030204" pitchFamily="34" charset="0"/>
                <a:cs typeface="Calibri" panose="020F0502020204030204" pitchFamily="34" charset="0"/>
              </a:rPr>
              <a:t>Self &amp; Peer Evaluation.</a:t>
            </a:r>
          </a:p>
          <a:p>
            <a:endParaRPr lang="en-US" dirty="0"/>
          </a:p>
        </p:txBody>
      </p:sp>
    </p:spTree>
    <p:extLst>
      <p:ext uri="{BB962C8B-B14F-4D97-AF65-F5344CB8AC3E}">
        <p14:creationId xmlns:p14="http://schemas.microsoft.com/office/powerpoint/2010/main" val="494978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500"/>
                                        <p:tgtEl>
                                          <p:spTgt spid="3">
                                            <p:txEl>
                                              <p:pRg st="7" end="7"/>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animEffect transition="in" filter="fade">
                                      <p:cBhvr>
                                        <p:cTn id="31" dur="500"/>
                                        <p:tgtEl>
                                          <p:spTgt spid="3">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644D7C-550D-0FE4-DC78-6F66A55CBBEC}"/>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4B8C039-0A07-11A9-83E3-3A7B3D3D538C}"/>
              </a:ext>
            </a:extLst>
          </p:cNvPr>
          <p:cNvSpPr>
            <a:spLocks noGrp="1"/>
          </p:cNvSpPr>
          <p:nvPr>
            <p:ph idx="1"/>
          </p:nvPr>
        </p:nvSpPr>
        <p:spPr>
          <a:xfrm>
            <a:off x="390525" y="267412"/>
            <a:ext cx="11382375" cy="6323175"/>
          </a:xfrm>
        </p:spPr>
        <p:txBody>
          <a:bodyPr/>
          <a:lstStyle/>
          <a:p>
            <a:pPr marL="0" indent="0">
              <a:spcBef>
                <a:spcPts val="0"/>
              </a:spcBef>
              <a:buNone/>
            </a:pPr>
            <a:r>
              <a:rPr lang="en-US" sz="2800" b="1" dirty="0">
                <a:highlight>
                  <a:srgbClr val="FFFF00"/>
                </a:highlight>
                <a:latin typeface="Calibri" panose="020F0502020204030204" pitchFamily="34" charset="0"/>
                <a:cs typeface="Calibri" panose="020F0502020204030204" pitchFamily="34" charset="0"/>
              </a:rPr>
              <a:t>Government</a:t>
            </a:r>
            <a:r>
              <a:rPr lang="en-US" sz="2800" b="1" dirty="0">
                <a:latin typeface="Calibri" panose="020F0502020204030204" pitchFamily="34" charset="0"/>
                <a:cs typeface="Calibri" panose="020F0502020204030204" pitchFamily="34" charset="0"/>
              </a:rPr>
              <a:t>: </a:t>
            </a:r>
            <a:r>
              <a:rPr lang="en-US" sz="2800" dirty="0">
                <a:latin typeface="Calibri" panose="020F0502020204030204" pitchFamily="34" charset="0"/>
                <a:cs typeface="Calibri" panose="020F0502020204030204" pitchFamily="34" charset="0"/>
              </a:rPr>
              <a:t>The Department of Motor Vehicles (DMV) has a severely outdated system for vehicle registration. The project manager needs to initiate a project to replace the current paper-based system with a new digital one.</a:t>
            </a:r>
          </a:p>
          <a:p>
            <a:pPr marL="0" indent="0">
              <a:spcBef>
                <a:spcPts val="0"/>
              </a:spcBef>
              <a:buNone/>
            </a:pPr>
            <a:endParaRPr lang="en-US" sz="2800" dirty="0">
              <a:latin typeface="Calibri" panose="020F0502020204030204" pitchFamily="34" charset="0"/>
              <a:cs typeface="Calibri" panose="020F0502020204030204" pitchFamily="34" charset="0"/>
            </a:endParaRPr>
          </a:p>
          <a:p>
            <a:pPr marL="0" indent="0">
              <a:spcBef>
                <a:spcPts val="0"/>
              </a:spcBef>
              <a:buNone/>
            </a:pPr>
            <a:r>
              <a:rPr lang="en-US" sz="2800" b="1" dirty="0">
                <a:highlight>
                  <a:srgbClr val="FFFF00"/>
                </a:highlight>
                <a:latin typeface="Calibri" panose="020F0502020204030204" pitchFamily="34" charset="0"/>
                <a:cs typeface="Calibri" panose="020F0502020204030204" pitchFamily="34" charset="0"/>
              </a:rPr>
              <a:t>Not-for-profit</a:t>
            </a:r>
            <a:r>
              <a:rPr lang="en-US" sz="2800" dirty="0">
                <a:latin typeface="Calibri" panose="020F0502020204030204" pitchFamily="34" charset="0"/>
                <a:cs typeface="Calibri" panose="020F0502020204030204" pitchFamily="34" charset="0"/>
              </a:rPr>
              <a:t>: A local NPO, "Food for All," wants to build a new community kitchen to increase its capacity to feed the homeless. The project manager needs to initiate this project. Students must write a project charter that includes the project's goals, objectives, and a high-level budget.</a:t>
            </a:r>
          </a:p>
          <a:p>
            <a:pPr marL="0" indent="0">
              <a:spcBef>
                <a:spcPts val="0"/>
              </a:spcBef>
              <a:buNone/>
            </a:pPr>
            <a:endParaRPr lang="en-US" sz="2800" dirty="0">
              <a:latin typeface="Calibri" panose="020F0502020204030204" pitchFamily="34" charset="0"/>
              <a:cs typeface="Calibri" panose="020F0502020204030204" pitchFamily="34" charset="0"/>
            </a:endParaRPr>
          </a:p>
          <a:p>
            <a:pPr marL="0" indent="0">
              <a:spcBef>
                <a:spcPts val="0"/>
              </a:spcBef>
              <a:buNone/>
            </a:pPr>
            <a:r>
              <a:rPr lang="en-US" sz="2800" b="1" dirty="0">
                <a:highlight>
                  <a:srgbClr val="FFFF00"/>
                </a:highlight>
                <a:latin typeface="Calibri" panose="020F0502020204030204" pitchFamily="34" charset="0"/>
                <a:cs typeface="Calibri" panose="020F0502020204030204" pitchFamily="34" charset="0"/>
              </a:rPr>
              <a:t>Environmental</a:t>
            </a:r>
            <a:r>
              <a:rPr lang="en-US" sz="2800" dirty="0">
                <a:latin typeface="Calibri" panose="020F0502020204030204" pitchFamily="34" charset="0"/>
                <a:cs typeface="Calibri" panose="020F0502020204030204" pitchFamily="34" charset="0"/>
              </a:rPr>
              <a:t>: A new environmental group wants to initiate a project to clean up a local polluted river, working with local, state and federal governments. The project manager needs to create a project charter outlining the project's purpose, high-level deliverables and key stakeholders.</a:t>
            </a:r>
          </a:p>
          <a:p>
            <a:pPr marL="0" indent="0">
              <a:lnSpc>
                <a:spcPct val="150000"/>
              </a:lnSpc>
              <a:spcBef>
                <a:spcPts val="0"/>
              </a:spcBef>
              <a:buNone/>
            </a:pPr>
            <a:r>
              <a:rPr lang="en-US" sz="2500" b="1" dirty="0">
                <a:latin typeface="Calibri" panose="020F0502020204030204" pitchFamily="34" charset="0"/>
                <a:cs typeface="Calibri" panose="020F0502020204030204" pitchFamily="34" charset="0"/>
              </a:rPr>
              <a:t>		 </a:t>
            </a:r>
            <a:endParaRPr lang="en-US" sz="2500" dirty="0">
              <a:solidFill>
                <a:srgbClr val="FF0000"/>
              </a:solidFill>
              <a:latin typeface="Calibri" panose="020F0502020204030204" pitchFamily="34" charset="0"/>
              <a:cs typeface="Calibri" panose="020F0502020204030204" pitchFamily="34" charset="0"/>
            </a:endParaRPr>
          </a:p>
          <a:p>
            <a:endParaRPr lang="en-US" dirty="0"/>
          </a:p>
        </p:txBody>
      </p:sp>
    </p:spTree>
    <p:extLst>
      <p:ext uri="{BB962C8B-B14F-4D97-AF65-F5344CB8AC3E}">
        <p14:creationId xmlns:p14="http://schemas.microsoft.com/office/powerpoint/2010/main" val="7645433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animEffect transition="in" filter="fade">
                                      <p:cBhvr>
                                        <p:cTn id="17" dur="500"/>
                                        <p:tgtEl>
                                          <p:spTgt spid="3">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D707840-21EC-4045-AA51-80D128298AC3}"/>
              </a:ext>
            </a:extLst>
          </p:cNvPr>
          <p:cNvSpPr>
            <a:spLocks noGrp="1"/>
          </p:cNvSpPr>
          <p:nvPr>
            <p:ph type="sldNum" sz="quarter" idx="12"/>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525DAA86-D487-4582-8852-AA829BCF81E2}" type="slidenum">
              <a:rPr kumimoji="0" lang="en-US" altLang="en-US" sz="675" b="0" i="0" u="none" strike="noStrike" kern="1200" cap="none" spc="0" normalizeH="0" baseline="0" noProof="0">
                <a:ln>
                  <a:noFill/>
                </a:ln>
                <a:solidFill>
                  <a:srgbClr val="898989"/>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9</a:t>
            </a:fld>
            <a:endParaRPr kumimoji="0" lang="en-US" altLang="en-US" sz="675" b="0" i="0" u="none" strike="noStrike" kern="1200" cap="none" spc="0" normalizeH="0" baseline="0" noProof="0">
              <a:ln>
                <a:noFill/>
              </a:ln>
              <a:solidFill>
                <a:srgbClr val="898989"/>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F7BEB099-A3A3-EEE4-D42C-5B6564B23EBA}"/>
              </a:ext>
            </a:extLst>
          </p:cNvPr>
          <p:cNvPicPr>
            <a:picLocks noChangeAspect="1"/>
          </p:cNvPicPr>
          <p:nvPr/>
        </p:nvPicPr>
        <p:blipFill>
          <a:blip r:embed="rId2"/>
          <a:stretch>
            <a:fillRect/>
          </a:stretch>
        </p:blipFill>
        <p:spPr>
          <a:xfrm>
            <a:off x="1223962" y="628650"/>
            <a:ext cx="9744075" cy="5600700"/>
          </a:xfrm>
          <a:prstGeom prst="rect">
            <a:avLst/>
          </a:prstGeom>
        </p:spPr>
      </p:pic>
    </p:spTree>
    <p:extLst>
      <p:ext uri="{BB962C8B-B14F-4D97-AF65-F5344CB8AC3E}">
        <p14:creationId xmlns:p14="http://schemas.microsoft.com/office/powerpoint/2010/main" val="410511942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B3074A-3825-739F-04BD-815F740E0ED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76347D5-A481-0D57-CC00-BA33171415B1}"/>
              </a:ext>
            </a:extLst>
          </p:cNvPr>
          <p:cNvSpPr>
            <a:spLocks noGrp="1"/>
          </p:cNvSpPr>
          <p:nvPr>
            <p:ph type="sldNum" sz="quarter" idx="12"/>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525DAA86-D487-4582-8852-AA829BCF81E2}" type="slidenum">
              <a:rPr kumimoji="0" lang="en-US" altLang="en-US" sz="675" b="0" i="0" u="none" strike="noStrike" kern="1200" cap="none" spc="0" normalizeH="0" baseline="0" noProof="0">
                <a:ln>
                  <a:noFill/>
                </a:ln>
                <a:solidFill>
                  <a:srgbClr val="898989"/>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a:t>
            </a:fld>
            <a:endParaRPr kumimoji="0" lang="en-US" altLang="en-US" sz="675" b="0" i="0" u="none" strike="noStrike" kern="1200" cap="none" spc="0" normalizeH="0" baseline="0" noProof="0">
              <a:ln>
                <a:noFill/>
              </a:ln>
              <a:solidFill>
                <a:srgbClr val="898989"/>
              </a:solidFill>
              <a:effectLst/>
              <a:uLnTx/>
              <a:uFillTx/>
              <a:latin typeface="Calibri"/>
              <a:ea typeface="+mn-ea"/>
              <a:cs typeface="+mn-cs"/>
            </a:endParaRPr>
          </a:p>
        </p:txBody>
      </p:sp>
      <p:pic>
        <p:nvPicPr>
          <p:cNvPr id="3" name="Picture 2">
            <a:extLst>
              <a:ext uri="{FF2B5EF4-FFF2-40B4-BE49-F238E27FC236}">
                <a16:creationId xmlns:a16="http://schemas.microsoft.com/office/drawing/2014/main" id="{0B18F11D-29E4-6464-72D5-96BD5A0C9BB5}"/>
              </a:ext>
            </a:extLst>
          </p:cNvPr>
          <p:cNvPicPr>
            <a:picLocks noChangeAspect="1"/>
          </p:cNvPicPr>
          <p:nvPr/>
        </p:nvPicPr>
        <p:blipFill>
          <a:blip r:embed="rId2"/>
          <a:stretch>
            <a:fillRect/>
          </a:stretch>
        </p:blipFill>
        <p:spPr>
          <a:xfrm>
            <a:off x="1185862" y="623887"/>
            <a:ext cx="9820275" cy="5610225"/>
          </a:xfrm>
          <a:prstGeom prst="rect">
            <a:avLst/>
          </a:prstGeom>
        </p:spPr>
      </p:pic>
    </p:spTree>
    <p:extLst>
      <p:ext uri="{BB962C8B-B14F-4D97-AF65-F5344CB8AC3E}">
        <p14:creationId xmlns:p14="http://schemas.microsoft.com/office/powerpoint/2010/main" val="290510324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EE4DFC-C246-C51B-7DD8-5F9CC4610A7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B08FBD2-68FD-F55B-8E88-E77CBE165341}"/>
              </a:ext>
            </a:extLst>
          </p:cNvPr>
          <p:cNvSpPr>
            <a:spLocks noGrp="1"/>
          </p:cNvSpPr>
          <p:nvPr>
            <p:ph type="sldNum" sz="quarter" idx="12"/>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525DAA86-D487-4582-8852-AA829BCF81E2}" type="slidenum">
              <a:rPr kumimoji="0" lang="en-US" altLang="en-US" sz="675" b="0" i="0" u="none" strike="noStrike" kern="1200" cap="none" spc="0" normalizeH="0" baseline="0" noProof="0">
                <a:ln>
                  <a:noFill/>
                </a:ln>
                <a:solidFill>
                  <a:srgbClr val="898989"/>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11</a:t>
            </a:fld>
            <a:endParaRPr kumimoji="0" lang="en-US" altLang="en-US" sz="675" b="0" i="0" u="none" strike="noStrike" kern="1200" cap="none" spc="0" normalizeH="0" baseline="0" noProof="0">
              <a:ln>
                <a:noFill/>
              </a:ln>
              <a:solidFill>
                <a:srgbClr val="898989"/>
              </a:solidFill>
              <a:effectLst/>
              <a:uLnTx/>
              <a:uFillTx/>
              <a:latin typeface="Calibri"/>
              <a:ea typeface="+mn-ea"/>
              <a:cs typeface="+mn-cs"/>
            </a:endParaRPr>
          </a:p>
        </p:txBody>
      </p:sp>
      <p:pic>
        <p:nvPicPr>
          <p:cNvPr id="3" name="Picture 2">
            <a:extLst>
              <a:ext uri="{FF2B5EF4-FFF2-40B4-BE49-F238E27FC236}">
                <a16:creationId xmlns:a16="http://schemas.microsoft.com/office/drawing/2014/main" id="{44E985D2-8E7B-7647-D22C-0ABF06A1079C}"/>
              </a:ext>
            </a:extLst>
          </p:cNvPr>
          <p:cNvPicPr>
            <a:picLocks noChangeAspect="1"/>
          </p:cNvPicPr>
          <p:nvPr/>
        </p:nvPicPr>
        <p:blipFill>
          <a:blip r:embed="rId2"/>
          <a:stretch>
            <a:fillRect/>
          </a:stretch>
        </p:blipFill>
        <p:spPr>
          <a:xfrm>
            <a:off x="1114425" y="504825"/>
            <a:ext cx="9963150" cy="5848350"/>
          </a:xfrm>
          <a:prstGeom prst="rect">
            <a:avLst/>
          </a:prstGeom>
        </p:spPr>
      </p:pic>
    </p:spTree>
    <p:extLst>
      <p:ext uri="{BB962C8B-B14F-4D97-AF65-F5344CB8AC3E}">
        <p14:creationId xmlns:p14="http://schemas.microsoft.com/office/powerpoint/2010/main" val="3803741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463236-6AE2-B9F5-8AE5-E8DDBC0901F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541B7E6-F494-D6D1-78A7-C772E8A14538}"/>
              </a:ext>
            </a:extLst>
          </p:cNvPr>
          <p:cNvSpPr>
            <a:spLocks noGrp="1"/>
          </p:cNvSpPr>
          <p:nvPr>
            <p:ph type="sldNum" sz="quarter" idx="12"/>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525DAA86-D487-4582-8852-AA829BCF81E2}" type="slidenum">
              <a:rPr kumimoji="0" lang="en-US" altLang="en-US" sz="675" b="0" i="0" u="none" strike="noStrike" kern="1200" cap="none" spc="0" normalizeH="0" baseline="0" noProof="0">
                <a:ln>
                  <a:noFill/>
                </a:ln>
                <a:solidFill>
                  <a:srgbClr val="898989"/>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12</a:t>
            </a:fld>
            <a:endParaRPr kumimoji="0" lang="en-US" altLang="en-US" sz="675" b="0" i="0" u="none" strike="noStrike" kern="1200" cap="none" spc="0" normalizeH="0" baseline="0" noProof="0">
              <a:ln>
                <a:noFill/>
              </a:ln>
              <a:solidFill>
                <a:srgbClr val="898989"/>
              </a:solidFill>
              <a:effectLst/>
              <a:uLnTx/>
              <a:uFillTx/>
              <a:latin typeface="Calibri"/>
              <a:ea typeface="+mn-ea"/>
              <a:cs typeface="+mn-cs"/>
            </a:endParaRPr>
          </a:p>
        </p:txBody>
      </p:sp>
      <p:pic>
        <p:nvPicPr>
          <p:cNvPr id="3" name="Picture 2">
            <a:extLst>
              <a:ext uri="{FF2B5EF4-FFF2-40B4-BE49-F238E27FC236}">
                <a16:creationId xmlns:a16="http://schemas.microsoft.com/office/drawing/2014/main" id="{B177D375-A592-36AC-EC15-1C12F7908DA4}"/>
              </a:ext>
            </a:extLst>
          </p:cNvPr>
          <p:cNvPicPr>
            <a:picLocks noChangeAspect="1"/>
          </p:cNvPicPr>
          <p:nvPr/>
        </p:nvPicPr>
        <p:blipFill>
          <a:blip r:embed="rId2"/>
          <a:stretch>
            <a:fillRect/>
          </a:stretch>
        </p:blipFill>
        <p:spPr>
          <a:xfrm>
            <a:off x="923925" y="1214437"/>
            <a:ext cx="10344150" cy="2047875"/>
          </a:xfrm>
          <a:prstGeom prst="rect">
            <a:avLst/>
          </a:prstGeom>
        </p:spPr>
      </p:pic>
    </p:spTree>
    <p:extLst>
      <p:ext uri="{BB962C8B-B14F-4D97-AF65-F5344CB8AC3E}">
        <p14:creationId xmlns:p14="http://schemas.microsoft.com/office/powerpoint/2010/main" val="61484410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University Student, Women and Group Hug by Stairs at Outdoor Campus for ...">
            <a:extLst>
              <a:ext uri="{FF2B5EF4-FFF2-40B4-BE49-F238E27FC236}">
                <a16:creationId xmlns:a16="http://schemas.microsoft.com/office/drawing/2014/main" id="{D028964A-4707-D528-D0B9-67FDE512C7E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b="16667"/>
          <a:stretch>
            <a:fillRect/>
          </a:stretch>
        </p:blipFill>
        <p:spPr bwMode="auto">
          <a:xfrm>
            <a:off x="20" y="10"/>
            <a:ext cx="12191980" cy="6857990"/>
          </a:xfrm>
          <a:prstGeom prst="rect">
            <a:avLst/>
          </a:prstGeom>
          <a:solidFill>
            <a:srgbClr val="FFFFFF"/>
          </a:solidFill>
        </p:spPr>
      </p:pic>
      <p:sp>
        <p:nvSpPr>
          <p:cNvPr id="4" name="Slide Number Placeholder 3" hidden="1">
            <a:extLst>
              <a:ext uri="{FF2B5EF4-FFF2-40B4-BE49-F238E27FC236}">
                <a16:creationId xmlns:a16="http://schemas.microsoft.com/office/drawing/2014/main" id="{D5299C41-139E-0D31-6320-D66CD87A6114}"/>
              </a:ext>
            </a:extLst>
          </p:cNvPr>
          <p:cNvSpPr>
            <a:spLocks noGrp="1"/>
          </p:cNvSpPr>
          <p:nvPr>
            <p:ph type="sldNum" sz="quarter" idx="12"/>
          </p:nvPr>
        </p:nvSpPr>
        <p:spPr/>
        <p:txBody>
          <a:bodyPr/>
          <a:lstStyle/>
          <a:p>
            <a:pPr>
              <a:spcAft>
                <a:spcPts val="600"/>
              </a:spcAft>
              <a:defRPr/>
            </a:pPr>
            <a:fld id="{525DAA86-D487-4582-8852-AA829BCF81E2}" type="slidenum">
              <a:rPr lang="en-US" altLang="en-US" smtClean="0"/>
              <a:pPr>
                <a:spcAft>
                  <a:spcPts val="600"/>
                </a:spcAft>
                <a:defRPr/>
              </a:pPr>
              <a:t>13</a:t>
            </a:fld>
            <a:endParaRPr lang="en-US" altLang="en-US"/>
          </a:p>
        </p:txBody>
      </p:sp>
      <p:sp>
        <p:nvSpPr>
          <p:cNvPr id="6" name="Speech Bubble: Oval 5">
            <a:extLst>
              <a:ext uri="{FF2B5EF4-FFF2-40B4-BE49-F238E27FC236}">
                <a16:creationId xmlns:a16="http://schemas.microsoft.com/office/drawing/2014/main" id="{894AB495-AE78-6228-3A15-0523B9CFD5F2}"/>
              </a:ext>
            </a:extLst>
          </p:cNvPr>
          <p:cNvSpPr/>
          <p:nvPr/>
        </p:nvSpPr>
        <p:spPr>
          <a:xfrm rot="1360824">
            <a:off x="9143997" y="182000"/>
            <a:ext cx="2706181" cy="1883693"/>
          </a:xfrm>
          <a:prstGeom prst="wedgeEllipseCallou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MyMy Pod!!</a:t>
            </a:r>
          </a:p>
        </p:txBody>
      </p:sp>
      <p:sp>
        <p:nvSpPr>
          <p:cNvPr id="7" name="Title 1">
            <a:extLst>
              <a:ext uri="{FF2B5EF4-FFF2-40B4-BE49-F238E27FC236}">
                <a16:creationId xmlns:a16="http://schemas.microsoft.com/office/drawing/2014/main" id="{811F0363-F6E7-8365-189E-805F0BFAF35D}"/>
              </a:ext>
            </a:extLst>
          </p:cNvPr>
          <p:cNvSpPr>
            <a:spLocks noGrp="1"/>
          </p:cNvSpPr>
          <p:nvPr>
            <p:ph type="title"/>
          </p:nvPr>
        </p:nvSpPr>
        <p:spPr>
          <a:xfrm rot="1697291">
            <a:off x="9299099" y="658266"/>
            <a:ext cx="2578578" cy="931160"/>
          </a:xfrm>
        </p:spPr>
        <p:txBody>
          <a:bodyPr>
            <a:normAutofit/>
          </a:bodyPr>
          <a:lstStyle/>
          <a:p>
            <a:r>
              <a:rPr lang="en-US" sz="4500" b="1" dirty="0">
                <a:solidFill>
                  <a:schemeClr val="tx1"/>
                </a:solidFill>
                <a:latin typeface="Calibri" panose="020F0502020204030204"/>
              </a:rPr>
              <a:t>My pod!! </a:t>
            </a:r>
            <a:endParaRPr lang="en-US" sz="4500" b="1" dirty="0">
              <a:solidFill>
                <a:schemeClr val="tx1"/>
              </a:solidFill>
              <a:latin typeface="+mn-lt"/>
            </a:endParaRPr>
          </a:p>
        </p:txBody>
      </p:sp>
    </p:spTree>
    <p:extLst>
      <p:ext uri="{BB962C8B-B14F-4D97-AF65-F5344CB8AC3E}">
        <p14:creationId xmlns:p14="http://schemas.microsoft.com/office/powerpoint/2010/main" val="417266189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alpha val="25000"/>
          </a:schemeClr>
        </a:solidFill>
        <a:effectLst/>
      </p:bgPr>
    </p:bg>
    <p:spTree>
      <p:nvGrpSpPr>
        <p:cNvPr id="1" name="">
          <a:extLst>
            <a:ext uri="{FF2B5EF4-FFF2-40B4-BE49-F238E27FC236}">
              <a16:creationId xmlns:a16="http://schemas.microsoft.com/office/drawing/2014/main" id="{A64B4339-8E70-306C-AAAE-254D157521CC}"/>
            </a:ext>
          </a:extLst>
        </p:cNvPr>
        <p:cNvGrpSpPr/>
        <p:nvPr/>
      </p:nvGrpSpPr>
      <p:grpSpPr>
        <a:xfrm>
          <a:off x="0" y="0"/>
          <a:ext cx="0" cy="0"/>
          <a:chOff x="0" y="0"/>
          <a:chExt cx="0" cy="0"/>
        </a:xfrm>
      </p:grpSpPr>
      <p:pic>
        <p:nvPicPr>
          <p:cNvPr id="3074" name="Picture 2" descr="University Student, Women and Group Hug by Stairs at Outdoor Campus for ...">
            <a:extLst>
              <a:ext uri="{FF2B5EF4-FFF2-40B4-BE49-F238E27FC236}">
                <a16:creationId xmlns:a16="http://schemas.microsoft.com/office/drawing/2014/main" id="{42ADAFBA-DF17-48DC-833D-24CDB0157DEB}"/>
              </a:ext>
            </a:extLst>
          </p:cNvPr>
          <p:cNvPicPr>
            <a:picLocks noChangeAspect="1" noChangeArrowheads="1"/>
          </p:cNvPicPr>
          <p:nvPr/>
        </p:nvPicPr>
        <p:blipFill>
          <a:blip r:embed="rId2">
            <a:alphaModFix amt="25000"/>
            <a:extLst>
              <a:ext uri="{28A0092B-C50C-407E-A947-70E740481C1C}">
                <a14:useLocalDpi xmlns:a14="http://schemas.microsoft.com/office/drawing/2010/main" val="0"/>
              </a:ext>
            </a:extLst>
          </a:blip>
          <a:srcRect b="16667"/>
          <a:stretch>
            <a:fillRect/>
          </a:stretch>
        </p:blipFill>
        <p:spPr bwMode="auto">
          <a:xfrm>
            <a:off x="20" y="10"/>
            <a:ext cx="12191980" cy="6857990"/>
          </a:xfrm>
          <a:prstGeom prst="rect">
            <a:avLst/>
          </a:prstGeom>
          <a:solidFill>
            <a:srgbClr val="FFFFFF"/>
          </a:solidFill>
        </p:spPr>
      </p:pic>
      <p:sp>
        <p:nvSpPr>
          <p:cNvPr id="4" name="Slide Number Placeholder 3" hidden="1">
            <a:extLst>
              <a:ext uri="{FF2B5EF4-FFF2-40B4-BE49-F238E27FC236}">
                <a16:creationId xmlns:a16="http://schemas.microsoft.com/office/drawing/2014/main" id="{4A9D9056-21A2-7002-171B-9710BDB369E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525DAA86-D487-4582-8852-AA829BCF81E2}" type="slidenum">
              <a:rPr kumimoji="0" lang="en-US" altLang="en-US" sz="675" b="0" i="0" u="none" strike="noStrike" kern="1200" cap="none" spc="0" normalizeH="0" baseline="0" noProof="0" smtClean="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14</a:t>
            </a:fld>
            <a:endParaRPr kumimoji="0" lang="en-US" altLang="en-US" sz="675" b="0" i="0" u="none" strike="noStrike" kern="1200" cap="none" spc="0" normalizeH="0" baseline="0" noProof="0">
              <a:ln>
                <a:noFill/>
              </a:ln>
              <a:solidFill>
                <a:srgbClr val="898989"/>
              </a:solidFill>
              <a:effectLst/>
              <a:uLnTx/>
              <a:uFillTx/>
              <a:latin typeface="Calibri"/>
              <a:ea typeface="+mn-ea"/>
              <a:cs typeface="+mn-cs"/>
            </a:endParaRPr>
          </a:p>
        </p:txBody>
      </p:sp>
      <p:sp>
        <p:nvSpPr>
          <p:cNvPr id="6" name="Title 1">
            <a:extLst>
              <a:ext uri="{FF2B5EF4-FFF2-40B4-BE49-F238E27FC236}">
                <a16:creationId xmlns:a16="http://schemas.microsoft.com/office/drawing/2014/main" id="{D06F64D2-04FB-45F2-8C92-BB000B4728B0}"/>
              </a:ext>
            </a:extLst>
          </p:cNvPr>
          <p:cNvSpPr>
            <a:spLocks noGrp="1"/>
          </p:cNvSpPr>
          <p:nvPr>
            <p:ph type="title"/>
          </p:nvPr>
        </p:nvSpPr>
        <p:spPr>
          <a:xfrm>
            <a:off x="5805182" y="268759"/>
            <a:ext cx="6205586" cy="6320482"/>
          </a:xfrm>
        </p:spPr>
        <p:txBody>
          <a:bodyPr>
            <a:normAutofit fontScale="90000"/>
          </a:bodyPr>
          <a:lstStyle/>
          <a:p>
            <a:pPr algn="l"/>
            <a:r>
              <a:rPr lang="en-US" sz="4500" b="1" dirty="0">
                <a:latin typeface="+mn-lt"/>
              </a:rPr>
              <a:t>Meet Your Pod</a:t>
            </a:r>
            <a:br>
              <a:rPr lang="en-US" sz="4500" b="1" dirty="0">
                <a:latin typeface="+mn-lt"/>
              </a:rPr>
            </a:br>
            <a:r>
              <a:rPr lang="en-US" sz="3300" b="1" dirty="0">
                <a:latin typeface="+mn-lt"/>
              </a:rPr>
              <a:t>Your </a:t>
            </a:r>
            <a:r>
              <a:rPr lang="en-US" sz="3300" b="1" dirty="0">
                <a:highlight>
                  <a:srgbClr val="FFFF00"/>
                </a:highlight>
                <a:latin typeface="+mn-lt"/>
              </a:rPr>
              <a:t>name</a:t>
            </a:r>
            <a:r>
              <a:rPr lang="en-US" sz="3300" b="1" dirty="0">
                <a:latin typeface="+mn-lt"/>
              </a:rPr>
              <a:t>, </a:t>
            </a:r>
            <a:r>
              <a:rPr lang="en-US" sz="3300" b="1" dirty="0">
                <a:highlight>
                  <a:srgbClr val="FFFF00"/>
                </a:highlight>
                <a:latin typeface="+mn-lt"/>
              </a:rPr>
              <a:t>major</a:t>
            </a:r>
            <a:r>
              <a:rPr lang="en-US" sz="3300" b="1" dirty="0">
                <a:latin typeface="+mn-lt"/>
              </a:rPr>
              <a:t> and a </a:t>
            </a:r>
            <a:r>
              <a:rPr lang="en-US" sz="3300" b="1" dirty="0">
                <a:highlight>
                  <a:srgbClr val="FFFF00"/>
                </a:highlight>
                <a:latin typeface="+mn-lt"/>
              </a:rPr>
              <a:t>food you will never eat again</a:t>
            </a:r>
            <a:r>
              <a:rPr lang="en-US" sz="3300" b="1" dirty="0">
                <a:latin typeface="+mn-lt"/>
              </a:rPr>
              <a:t>.</a:t>
            </a:r>
            <a:br>
              <a:rPr lang="en-US" sz="3300" b="1" dirty="0">
                <a:latin typeface="+mn-lt"/>
              </a:rPr>
            </a:br>
            <a:br>
              <a:rPr lang="en-US" sz="3300" b="1" dirty="0">
                <a:latin typeface="+mn-lt"/>
              </a:rPr>
            </a:br>
            <a:r>
              <a:rPr lang="en-US" sz="3300" b="1" dirty="0">
                <a:latin typeface="+mn-lt"/>
              </a:rPr>
              <a:t>Are you an </a:t>
            </a:r>
            <a:r>
              <a:rPr lang="en-US" sz="3300" b="1" dirty="0">
                <a:highlight>
                  <a:srgbClr val="FFFF00"/>
                </a:highlight>
                <a:latin typeface="+mn-lt"/>
              </a:rPr>
              <a:t>introvert or an extrovert</a:t>
            </a:r>
            <a:r>
              <a:rPr lang="en-US" sz="3300" b="1" dirty="0">
                <a:latin typeface="+mn-lt"/>
              </a:rPr>
              <a:t>? What wrong assumptions do people make about you?</a:t>
            </a:r>
            <a:br>
              <a:rPr lang="en-US" sz="3300" b="1" dirty="0">
                <a:latin typeface="+mn-lt"/>
              </a:rPr>
            </a:br>
            <a:br>
              <a:rPr lang="en-US" sz="3300" b="1" dirty="0">
                <a:latin typeface="+mn-lt"/>
              </a:rPr>
            </a:br>
            <a:r>
              <a:rPr lang="en-US" sz="3300" b="1" dirty="0">
                <a:latin typeface="+mn-lt"/>
              </a:rPr>
              <a:t>Why </a:t>
            </a:r>
            <a:r>
              <a:rPr lang="en-US" sz="3300" b="1" dirty="0">
                <a:highlight>
                  <a:srgbClr val="FFFF00"/>
                </a:highlight>
                <a:latin typeface="+mn-lt"/>
              </a:rPr>
              <a:t>you picked your topic</a:t>
            </a:r>
            <a:r>
              <a:rPr lang="en-US" sz="3300" b="1" dirty="0">
                <a:latin typeface="+mn-lt"/>
              </a:rPr>
              <a:t>. </a:t>
            </a:r>
            <a:r>
              <a:rPr lang="en-US" sz="3300" b="1" u="sng" dirty="0">
                <a:solidFill>
                  <a:srgbClr val="FF0000"/>
                </a:solidFill>
                <a:latin typeface="+mn-lt"/>
              </a:rPr>
              <a:t> </a:t>
            </a:r>
            <a:br>
              <a:rPr lang="en-US" sz="3300" b="1" dirty="0">
                <a:solidFill>
                  <a:srgbClr val="FF0000"/>
                </a:solidFill>
                <a:latin typeface="+mn-lt"/>
              </a:rPr>
            </a:br>
            <a:br>
              <a:rPr lang="en-US" sz="3300" b="1" dirty="0">
                <a:solidFill>
                  <a:srgbClr val="FF0000"/>
                </a:solidFill>
                <a:latin typeface="+mn-lt"/>
              </a:rPr>
            </a:br>
            <a:r>
              <a:rPr lang="en-US" sz="3300" b="1" dirty="0">
                <a:highlight>
                  <a:srgbClr val="FFFF00"/>
                </a:highlight>
                <a:latin typeface="+mn-lt"/>
                <a:cs typeface="Calibri" panose="020F0502020204030204" pitchFamily="34" charset="0"/>
              </a:rPr>
              <a:t>Exchange emails</a:t>
            </a:r>
            <a:r>
              <a:rPr lang="en-US" sz="3300" b="1" dirty="0">
                <a:latin typeface="+mn-lt"/>
                <a:cs typeface="Calibri" panose="020F0502020204030204" pitchFamily="34" charset="0"/>
              </a:rPr>
              <a:t> and preferred meeting times</a:t>
            </a:r>
            <a:endParaRPr lang="en-US" sz="3300" dirty="0">
              <a:latin typeface="+mn-lt"/>
            </a:endParaRPr>
          </a:p>
        </p:txBody>
      </p:sp>
    </p:spTree>
    <p:extLst>
      <p:ext uri="{BB962C8B-B14F-4D97-AF65-F5344CB8AC3E}">
        <p14:creationId xmlns:p14="http://schemas.microsoft.com/office/powerpoint/2010/main" val="140769226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accent4">
            <a:lumMod val="40000"/>
            <a:lumOff val="60000"/>
          </a:schemeClr>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8686C91-8630-0BF4-2CEE-0226EDFEE39C}"/>
              </a:ext>
            </a:extLst>
          </p:cNvPr>
          <p:cNvPicPr>
            <a:picLocks noChangeAspect="1"/>
          </p:cNvPicPr>
          <p:nvPr/>
        </p:nvPicPr>
        <p:blipFill>
          <a:blip r:embed="rId2"/>
          <a:stretch>
            <a:fillRect/>
          </a:stretch>
        </p:blipFill>
        <p:spPr>
          <a:xfrm rot="2809775">
            <a:off x="10232255" y="121587"/>
            <a:ext cx="2139095" cy="1511627"/>
          </a:xfrm>
          <a:prstGeom prst="rect">
            <a:avLst/>
          </a:prstGeom>
        </p:spPr>
      </p:pic>
      <p:sp>
        <p:nvSpPr>
          <p:cNvPr id="3" name="Content Placeholder 2">
            <a:extLst>
              <a:ext uri="{FF2B5EF4-FFF2-40B4-BE49-F238E27FC236}">
                <a16:creationId xmlns:a16="http://schemas.microsoft.com/office/drawing/2014/main" id="{8CF1BEB2-12BF-2B0D-57CF-69283B1F5C16}"/>
              </a:ext>
            </a:extLst>
          </p:cNvPr>
          <p:cNvSpPr>
            <a:spLocks noGrp="1"/>
          </p:cNvSpPr>
          <p:nvPr>
            <p:ph idx="1"/>
          </p:nvPr>
        </p:nvSpPr>
        <p:spPr>
          <a:xfrm>
            <a:off x="609600" y="495301"/>
            <a:ext cx="10353675" cy="5630868"/>
          </a:xfrm>
        </p:spPr>
        <p:txBody>
          <a:bodyPr/>
          <a:lstStyle/>
          <a:p>
            <a:pPr>
              <a:buFont typeface="Wingdings" panose="05000000000000000000" pitchFamily="2" charset="2"/>
              <a:buChar char="q"/>
            </a:pPr>
            <a:r>
              <a:rPr lang="en-US" sz="4000" dirty="0"/>
              <a:t> Which of the 5 phases is considered the most critical and time-consuming?</a:t>
            </a:r>
          </a:p>
          <a:p>
            <a:pPr marL="0" indent="0">
              <a:buNone/>
            </a:pPr>
            <a:r>
              <a:rPr lang="en-US" sz="4000" b="1" dirty="0"/>
              <a:t>   Planning</a:t>
            </a:r>
            <a:br>
              <a:rPr lang="en-US" sz="4000" b="1" dirty="0"/>
            </a:br>
            <a:endParaRPr lang="en-US" sz="4000" b="1" dirty="0"/>
          </a:p>
          <a:p>
            <a:pPr>
              <a:buFont typeface="Wingdings" panose="05000000000000000000" pitchFamily="2" charset="2"/>
              <a:buChar char="q"/>
            </a:pPr>
            <a:r>
              <a:rPr lang="en-US" sz="4000" b="1" dirty="0"/>
              <a:t> </a:t>
            </a:r>
            <a:r>
              <a:rPr lang="en-US" sz="4000" dirty="0"/>
              <a:t>About 90% of the PM’s work is related to communication with stakeholders. Why so much?</a:t>
            </a:r>
          </a:p>
          <a:p>
            <a:pPr>
              <a:buFont typeface="Wingdings" panose="05000000000000000000" pitchFamily="2" charset="2"/>
              <a:buChar char="q"/>
            </a:pPr>
            <a:endParaRPr lang="en-US" sz="4000" dirty="0"/>
          </a:p>
        </p:txBody>
      </p:sp>
      <p:sp>
        <p:nvSpPr>
          <p:cNvPr id="4" name="Slide Number Placeholder 3">
            <a:extLst>
              <a:ext uri="{FF2B5EF4-FFF2-40B4-BE49-F238E27FC236}">
                <a16:creationId xmlns:a16="http://schemas.microsoft.com/office/drawing/2014/main" id="{9CE1182C-F6D8-7C63-CFF1-D7DBBDDF90A3}"/>
              </a:ext>
            </a:extLst>
          </p:cNvPr>
          <p:cNvSpPr>
            <a:spLocks noGrp="1"/>
          </p:cNvSpPr>
          <p:nvPr>
            <p:ph type="sldNum" sz="quarter" idx="12"/>
          </p:nvPr>
        </p:nvSpPr>
        <p:spPr/>
        <p:txBody>
          <a:bodyPr/>
          <a:lstStyle/>
          <a:p>
            <a:pPr>
              <a:defRPr/>
            </a:pPr>
            <a:fld id="{525DAA86-D487-4582-8852-AA829BCF81E2}" type="slidenum">
              <a:rPr lang="en-US" altLang="en-US" smtClean="0"/>
              <a:pPr>
                <a:defRPr/>
              </a:pPr>
              <a:t>15</a:t>
            </a:fld>
            <a:endParaRPr lang="en-US" altLang="en-US"/>
          </a:p>
        </p:txBody>
      </p:sp>
    </p:spTree>
    <p:extLst>
      <p:ext uri="{BB962C8B-B14F-4D97-AF65-F5344CB8AC3E}">
        <p14:creationId xmlns:p14="http://schemas.microsoft.com/office/powerpoint/2010/main" val="873037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accent6">
            <a:lumMod val="40000"/>
            <a:lumOff val="60000"/>
          </a:schemeClr>
        </a:solidFill>
        <a:effectLst/>
      </p:bgPr>
    </p:bg>
    <p:spTree>
      <p:nvGrpSpPr>
        <p:cNvPr id="1" name="">
          <a:extLst>
            <a:ext uri="{FF2B5EF4-FFF2-40B4-BE49-F238E27FC236}">
              <a16:creationId xmlns:a16="http://schemas.microsoft.com/office/drawing/2014/main" id="{F68134DA-2A4D-DD8C-FE74-0F42ECF1F1EC}"/>
            </a:ext>
          </a:extLst>
        </p:cNvPr>
        <p:cNvGrpSpPr/>
        <p:nvPr/>
      </p:nvGrpSpPr>
      <p:grpSpPr>
        <a:xfrm>
          <a:off x="0" y="0"/>
          <a:ext cx="0" cy="0"/>
          <a:chOff x="0" y="0"/>
          <a:chExt cx="0" cy="0"/>
        </a:xfrm>
      </p:grpSpPr>
      <p:sp>
        <p:nvSpPr>
          <p:cNvPr id="38" name="Slide Number Placeholder 37">
            <a:extLst>
              <a:ext uri="{FF2B5EF4-FFF2-40B4-BE49-F238E27FC236}">
                <a16:creationId xmlns:a16="http://schemas.microsoft.com/office/drawing/2014/main" id="{462A6852-C74B-9232-642A-E49FEC410D5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CEABB6-07DC-46E8-9B57-56EC44A396E5}" type="slidenum">
              <a:rPr kumimoji="0" lang="en-US" sz="1000" b="0" i="0" u="none" strike="noStrike" kern="1200" cap="none" spc="0" normalizeH="0" baseline="0" noProof="0" smtClean="0">
                <a:ln>
                  <a:noFill/>
                </a:ln>
                <a:solidFill>
                  <a:prstClr val="black"/>
                </a:solidFill>
                <a:effectLst/>
                <a:uLnTx/>
                <a:uFillTx/>
                <a:latin typeface="Avenir Next LT Pro Ligh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000" b="0" i="0" u="none" strike="noStrike" kern="1200" cap="none" spc="0" normalizeH="0" baseline="0" noProof="0" dirty="0">
              <a:ln>
                <a:noFill/>
              </a:ln>
              <a:solidFill>
                <a:prstClr val="black"/>
              </a:solidFill>
              <a:effectLst/>
              <a:uLnTx/>
              <a:uFillTx/>
              <a:latin typeface="Avenir Next LT Pro Light"/>
              <a:ea typeface="+mn-ea"/>
              <a:cs typeface="+mn-cs"/>
            </a:endParaRPr>
          </a:p>
        </p:txBody>
      </p:sp>
      <p:sp>
        <p:nvSpPr>
          <p:cNvPr id="2" name="Title 3">
            <a:extLst>
              <a:ext uri="{FF2B5EF4-FFF2-40B4-BE49-F238E27FC236}">
                <a16:creationId xmlns:a16="http://schemas.microsoft.com/office/drawing/2014/main" id="{2EE38DA7-38FC-061F-937A-5C328064EF17}"/>
              </a:ext>
            </a:extLst>
          </p:cNvPr>
          <p:cNvSpPr txBox="1">
            <a:spLocks/>
          </p:cNvSpPr>
          <p:nvPr/>
        </p:nvSpPr>
        <p:spPr>
          <a:xfrm>
            <a:off x="795620" y="2503788"/>
            <a:ext cx="10876085" cy="4217687"/>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sz="12500" b="1" i="0" u="none" strike="noStrike" kern="1200" cap="none" spc="0" normalizeH="0" baseline="0" noProof="0" dirty="0">
                <a:ln>
                  <a:noFill/>
                </a:ln>
                <a:solidFill>
                  <a:prstClr val="black"/>
                </a:solidFill>
                <a:effectLst/>
                <a:uLnTx/>
                <a:uFillTx/>
                <a:latin typeface="Amasis MT Pro Black" panose="020F0502020204030204" pitchFamily="18" charset="0"/>
                <a:ea typeface="+mj-ea"/>
                <a:cs typeface="+mj-cs"/>
              </a:rPr>
              <a:t>Today’s</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sz="12500" b="1" i="0" u="none" strike="noStrike" kern="1200" cap="none" spc="0" normalizeH="0" baseline="0" noProof="0" dirty="0">
                <a:ln>
                  <a:noFill/>
                </a:ln>
                <a:solidFill>
                  <a:prstClr val="black"/>
                </a:solidFill>
                <a:effectLst/>
                <a:uLnTx/>
                <a:uFillTx/>
                <a:latin typeface="Amasis MT Pro Black" panose="020F0502020204030204" pitchFamily="18" charset="0"/>
                <a:ea typeface="+mj-ea"/>
                <a:cs typeface="+mj-cs"/>
              </a:rPr>
              <a:t>PM Problem</a:t>
            </a:r>
          </a:p>
        </p:txBody>
      </p:sp>
      <p:sp>
        <p:nvSpPr>
          <p:cNvPr id="7" name="Title 3">
            <a:extLst>
              <a:ext uri="{FF2B5EF4-FFF2-40B4-BE49-F238E27FC236}">
                <a16:creationId xmlns:a16="http://schemas.microsoft.com/office/drawing/2014/main" id="{3FDD61FC-2E18-A766-21F5-1B1891C8EE35}"/>
              </a:ext>
            </a:extLst>
          </p:cNvPr>
          <p:cNvSpPr txBox="1">
            <a:spLocks/>
          </p:cNvSpPr>
          <p:nvPr/>
        </p:nvSpPr>
        <p:spPr>
          <a:xfrm>
            <a:off x="745649" y="491956"/>
            <a:ext cx="11346650" cy="960829"/>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az-Cyrl-AZ" sz="4500" b="1" i="0" u="none" strike="noStrike" kern="1200" cap="none" spc="0" normalizeH="0" baseline="0" noProof="0" dirty="0">
                <a:ln>
                  <a:noFill/>
                </a:ln>
                <a:solidFill>
                  <a:prstClr val="black"/>
                </a:solidFill>
                <a:effectLst/>
                <a:uLnTx/>
                <a:uFillTx/>
                <a:latin typeface="Calibri" panose="020F0502020204030204" pitchFamily="34" charset="0"/>
                <a:ea typeface="+mj-ea"/>
                <a:cs typeface="Calibri" panose="020F0502020204030204" pitchFamily="34" charset="0"/>
              </a:rPr>
              <a:t>ꚙ</a:t>
            </a:r>
            <a:r>
              <a:rPr kumimoji="0" lang="en-US" sz="4500" b="1" i="0" u="none" strike="noStrike" kern="1200" cap="none" spc="0" normalizeH="0" baseline="0" noProof="0" dirty="0">
                <a:ln>
                  <a:noFill/>
                </a:ln>
                <a:solidFill>
                  <a:prstClr val="black"/>
                </a:solidFill>
                <a:effectLst/>
                <a:uLnTx/>
                <a:uFillTx/>
                <a:latin typeface="Amasis MT Pro Black" panose="02040A04050005020304" pitchFamily="18" charset="0"/>
                <a:ea typeface="+mj-ea"/>
                <a:cs typeface="+mj-cs"/>
              </a:rPr>
              <a:t> The ‘Quick Start’ </a:t>
            </a:r>
            <a:r>
              <a:rPr kumimoji="0" lang="az-Cyrl-AZ" sz="4500" b="1" i="0" u="none" strike="noStrike" kern="1200" cap="none" spc="0" normalizeH="0" baseline="0" noProof="0" dirty="0">
                <a:ln>
                  <a:noFill/>
                </a:ln>
                <a:solidFill>
                  <a:prstClr val="black"/>
                </a:solidFill>
                <a:effectLst/>
                <a:uLnTx/>
                <a:uFillTx/>
                <a:latin typeface="Calibri" panose="020F0502020204030204" pitchFamily="34" charset="0"/>
                <a:ea typeface="+mj-ea"/>
                <a:cs typeface="Calibri" panose="020F0502020204030204" pitchFamily="34" charset="0"/>
              </a:rPr>
              <a:t>ꚙ</a:t>
            </a:r>
            <a:endParaRPr kumimoji="0" lang="en-US" sz="4500" b="1" i="0" u="none" strike="noStrike" kern="1200" cap="none" spc="0" normalizeH="0" baseline="0" noProof="0" dirty="0">
              <a:ln>
                <a:noFill/>
              </a:ln>
              <a:solidFill>
                <a:prstClr val="black"/>
              </a:solidFill>
              <a:effectLst/>
              <a:uLnTx/>
              <a:uFillTx/>
              <a:latin typeface="Amasis MT Pro Black" panose="02040A04050005020304" pitchFamily="18" charset="0"/>
              <a:ea typeface="+mj-ea"/>
              <a:cs typeface="+mj-cs"/>
            </a:endParaRPr>
          </a:p>
        </p:txBody>
      </p:sp>
    </p:spTree>
    <p:extLst>
      <p:ext uri="{BB962C8B-B14F-4D97-AF65-F5344CB8AC3E}">
        <p14:creationId xmlns:p14="http://schemas.microsoft.com/office/powerpoint/2010/main" val="264631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6">
            <a:lumMod val="40000"/>
            <a:lumOff val="60000"/>
          </a:schemeClr>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95BF6F3-2C97-2D26-D6D8-327DA2A3AC55}"/>
              </a:ext>
            </a:extLst>
          </p:cNvPr>
          <p:cNvSpPr txBox="1">
            <a:spLocks/>
          </p:cNvSpPr>
          <p:nvPr/>
        </p:nvSpPr>
        <p:spPr>
          <a:xfrm>
            <a:off x="472428" y="380287"/>
            <a:ext cx="11175489" cy="6153863"/>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0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rPr>
              <a:t>Sarah, is a new project manager at "Innovate Solutions.” Her first project is to create a new app called "Math Adventures" for middle school students.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0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rPr>
              <a:t>The project sponsor hands her a one-page project charter, emphasizing the 6-month deadline.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0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rPr>
              <a:t>Eager to show she can get things done, Sarah jumps right in creating her team, designing the scope, etc.</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0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rPr>
              <a:t>Three months later, the head of IT points out that the proposed peer-to-peer payment feature is not compatible with the credit union's legacy systems and would require a massive, unbudgeted upgrade. The head of customer service explains that the sleek design is confusing for the credit union's older, less tech-savvy customer base, who were the primary target audience. </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35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35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endParaRPr>
          </a:p>
        </p:txBody>
      </p:sp>
    </p:spTree>
    <p:extLst>
      <p:ext uri="{BB962C8B-B14F-4D97-AF65-F5344CB8AC3E}">
        <p14:creationId xmlns:p14="http://schemas.microsoft.com/office/powerpoint/2010/main" val="3772570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0" end="0"/>
                                            </p:txEl>
                                          </p:spTgt>
                                        </p:tgtEl>
                                        <p:attrNameLst>
                                          <p:attrName>style.visibility</p:attrName>
                                        </p:attrNameLst>
                                      </p:cBhvr>
                                      <p:to>
                                        <p:strVal val="visible"/>
                                      </p:to>
                                    </p:set>
                                    <p:animEffect transition="in" filter="fade">
                                      <p:cBhvr>
                                        <p:cTn id="12" dur="500"/>
                                        <p:tgtEl>
                                          <p:spTgt spid="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xEl>
                                              <p:pRg st="1" end="1"/>
                                            </p:txEl>
                                          </p:spTgt>
                                        </p:tgtEl>
                                        <p:attrNameLst>
                                          <p:attrName>style.visibility</p:attrName>
                                        </p:attrNameLst>
                                      </p:cBhvr>
                                      <p:to>
                                        <p:strVal val="visible"/>
                                      </p:to>
                                    </p:set>
                                    <p:animEffect transition="in" filter="fade">
                                      <p:cBhvr>
                                        <p:cTn id="17" dur="500"/>
                                        <p:tgtEl>
                                          <p:spTgt spid="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
                                            <p:txEl>
                                              <p:pRg st="2" end="2"/>
                                            </p:txEl>
                                          </p:spTgt>
                                        </p:tgtEl>
                                        <p:attrNameLst>
                                          <p:attrName>style.visibility</p:attrName>
                                        </p:attrNameLst>
                                      </p:cBhvr>
                                      <p:to>
                                        <p:strVal val="visible"/>
                                      </p:to>
                                    </p:set>
                                    <p:animEffect transition="in" filter="fade">
                                      <p:cBhvr>
                                        <p:cTn id="22" dur="500"/>
                                        <p:tgtEl>
                                          <p:spTgt spid="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
                                            <p:txEl>
                                              <p:pRg st="3" end="3"/>
                                            </p:txEl>
                                          </p:spTgt>
                                        </p:tgtEl>
                                        <p:attrNameLst>
                                          <p:attrName>style.visibility</p:attrName>
                                        </p:attrNameLst>
                                      </p:cBhvr>
                                      <p:to>
                                        <p:strVal val="visible"/>
                                      </p:to>
                                    </p:set>
                                    <p:animEffect transition="in" filter="fade">
                                      <p:cBhvr>
                                        <p:cTn id="27"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75A6FFB-8214-883C-A4FF-916C3D16DE30}"/>
              </a:ext>
            </a:extLst>
          </p:cNvPr>
          <p:cNvPicPr>
            <a:picLocks noChangeAspect="1"/>
          </p:cNvPicPr>
          <p:nvPr/>
        </p:nvPicPr>
        <p:blipFill>
          <a:blip r:embed="rId2"/>
          <a:stretch>
            <a:fillRect/>
          </a:stretch>
        </p:blipFill>
        <p:spPr>
          <a:xfrm>
            <a:off x="1" y="-74065"/>
            <a:ext cx="12192000" cy="6925891"/>
          </a:xfrm>
          <a:prstGeom prst="rect">
            <a:avLst/>
          </a:prstGeom>
        </p:spPr>
      </p:pic>
      <p:sp>
        <p:nvSpPr>
          <p:cNvPr id="5" name="Title 3">
            <a:extLst>
              <a:ext uri="{FF2B5EF4-FFF2-40B4-BE49-F238E27FC236}">
                <a16:creationId xmlns:a16="http://schemas.microsoft.com/office/drawing/2014/main" id="{4D17CA6E-28C8-B930-52C3-F72C1DB86013}"/>
              </a:ext>
            </a:extLst>
          </p:cNvPr>
          <p:cNvSpPr txBox="1">
            <a:spLocks/>
          </p:cNvSpPr>
          <p:nvPr/>
        </p:nvSpPr>
        <p:spPr>
          <a:xfrm>
            <a:off x="316194" y="136525"/>
            <a:ext cx="6456081" cy="3292475"/>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4000" b="1" i="0" u="none" strike="noStrike" kern="1200" cap="none" spc="0" normalizeH="0" baseline="0" noProof="0" dirty="0">
                <a:ln>
                  <a:noFill/>
                </a:ln>
                <a:solidFill>
                  <a:srgbClr val="000000"/>
                </a:solidFill>
                <a:effectLst/>
                <a:uLnTx/>
                <a:uFillTx/>
                <a:latin typeface="Bierstadt"/>
                <a:ea typeface="+mj-ea"/>
                <a:cs typeface="+mj-cs"/>
              </a:rPr>
              <a:t>Name 3 critical project management questions should Sarah have asked at the beginning.</a:t>
            </a:r>
          </a:p>
        </p:txBody>
      </p:sp>
    </p:spTree>
    <p:extLst>
      <p:ext uri="{BB962C8B-B14F-4D97-AF65-F5344CB8AC3E}">
        <p14:creationId xmlns:p14="http://schemas.microsoft.com/office/powerpoint/2010/main" val="414968653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7BB63B7-552C-8427-B598-6828914B3D20}"/>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09BAC809-EA64-95C0-DABC-48180EAE0A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pic>
        <p:nvPicPr>
          <p:cNvPr id="16" name="Picture 15">
            <a:extLst>
              <a:ext uri="{FF2B5EF4-FFF2-40B4-BE49-F238E27FC236}">
                <a16:creationId xmlns:a16="http://schemas.microsoft.com/office/drawing/2014/main" id="{50466D52-7456-DB36-0E00-EE8FB3767974}"/>
              </a:ext>
            </a:extLst>
          </p:cNvPr>
          <p:cNvPicPr>
            <a:picLocks noChangeAspect="1"/>
          </p:cNvPicPr>
          <p:nvPr/>
        </p:nvPicPr>
        <p:blipFill>
          <a:blip r:embed="rId2"/>
          <a:srcRect l="4378" t="19727" r="-1" b="8556"/>
          <a:stretch>
            <a:fillRect/>
          </a:stretch>
        </p:blipFill>
        <p:spPr>
          <a:xfrm>
            <a:off x="-1" y="10"/>
            <a:ext cx="12191979" cy="6857990"/>
          </a:xfrm>
          <a:prstGeom prst="rect">
            <a:avLst/>
          </a:prstGeom>
        </p:spPr>
      </p:pic>
      <p:sp>
        <p:nvSpPr>
          <p:cNvPr id="17" name="Rectangle 16">
            <a:extLst>
              <a:ext uri="{FF2B5EF4-FFF2-40B4-BE49-F238E27FC236}">
                <a16:creationId xmlns:a16="http://schemas.microsoft.com/office/drawing/2014/main" id="{843B3FE5-5DCF-F2FC-F294-F6C0A1A2EB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999" cy="1280160"/>
          </a:xfrm>
          <a:prstGeom prst="rect">
            <a:avLst/>
          </a:prstGeom>
          <a:solidFill>
            <a:schemeClr val="bg1">
              <a:alpha val="2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sp>
        <p:nvSpPr>
          <p:cNvPr id="2" name="Title 1">
            <a:extLst>
              <a:ext uri="{FF2B5EF4-FFF2-40B4-BE49-F238E27FC236}">
                <a16:creationId xmlns:a16="http://schemas.microsoft.com/office/drawing/2014/main" id="{6B5E75BD-3344-7BEB-1DF9-D0A4584DA748}"/>
              </a:ext>
            </a:extLst>
          </p:cNvPr>
          <p:cNvSpPr>
            <a:spLocks noGrp="1"/>
          </p:cNvSpPr>
          <p:nvPr>
            <p:ph type="ctrTitle"/>
          </p:nvPr>
        </p:nvSpPr>
        <p:spPr>
          <a:xfrm>
            <a:off x="4042139" y="3136307"/>
            <a:ext cx="8149839" cy="2683380"/>
          </a:xfrm>
        </p:spPr>
        <p:txBody>
          <a:bodyPr anchor="ctr">
            <a:noAutofit/>
          </a:bodyPr>
          <a:lstStyle/>
          <a:p>
            <a:r>
              <a:rPr lang="en-US" sz="10000" dirty="0">
                <a:solidFill>
                  <a:schemeClr val="bg1"/>
                </a:solidFill>
                <a:latin typeface="Calibri" panose="020F0502020204030204" pitchFamily="34" charset="0"/>
                <a:cs typeface="Calibri" panose="020F0502020204030204" pitchFamily="34" charset="0"/>
              </a:rPr>
              <a:t>Big 5 </a:t>
            </a:r>
            <a:br>
              <a:rPr lang="en-US" sz="10000" dirty="0">
                <a:solidFill>
                  <a:schemeClr val="bg1"/>
                </a:solidFill>
                <a:latin typeface="Calibri" panose="020F0502020204030204" pitchFamily="34" charset="0"/>
                <a:cs typeface="Calibri" panose="020F0502020204030204" pitchFamily="34" charset="0"/>
              </a:rPr>
            </a:br>
            <a:r>
              <a:rPr lang="en-US" sz="10000" dirty="0">
                <a:solidFill>
                  <a:schemeClr val="bg1"/>
                </a:solidFill>
                <a:latin typeface="Calibri" panose="020F0502020204030204" pitchFamily="34" charset="0"/>
                <a:cs typeface="Calibri" panose="020F0502020204030204" pitchFamily="34" charset="0"/>
              </a:rPr>
              <a:t>Pre-Questions</a:t>
            </a:r>
          </a:p>
        </p:txBody>
      </p:sp>
    </p:spTree>
    <p:extLst>
      <p:ext uri="{BB962C8B-B14F-4D97-AF65-F5344CB8AC3E}">
        <p14:creationId xmlns:p14="http://schemas.microsoft.com/office/powerpoint/2010/main" val="2583756729"/>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B4C1E0D5-8078-41F7-92FD-B0778A6FFADD}"/>
              </a:ext>
            </a:extLst>
          </p:cNvPr>
          <p:cNvSpPr txBox="1"/>
          <p:nvPr/>
        </p:nvSpPr>
        <p:spPr>
          <a:xfrm>
            <a:off x="558325" y="233912"/>
            <a:ext cx="11075349" cy="6555641"/>
          </a:xfrm>
          <a:prstGeom prst="rect">
            <a:avLst/>
          </a:prstGeom>
          <a:noFill/>
        </p:spPr>
        <p:txBody>
          <a:bodyPr wrap="square">
            <a:spAutoFit/>
          </a:bodyPr>
          <a:lstStyle/>
          <a:p>
            <a:pPr lvl="0">
              <a:defRPr/>
            </a:pPr>
            <a:r>
              <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rPr>
              <a:t>You’ve just been given a big project.</a:t>
            </a:r>
          </a:p>
          <a:p>
            <a:pPr lvl="0">
              <a:defRPr/>
            </a:pPr>
            <a:endPar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endParaRPr>
          </a:p>
          <a:p>
            <a:pPr lvl="0">
              <a:defRPr/>
            </a:pPr>
            <a:r>
              <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rPr>
              <a:t>Start by </a:t>
            </a:r>
            <a:r>
              <a:rPr lang="en-US" sz="3500" b="1" dirty="0">
                <a:solidFill>
                  <a:srgbClr val="FF0000"/>
                </a:solidFill>
                <a:highlight>
                  <a:srgbClr val="FFFF00"/>
                </a:highlight>
                <a:latin typeface="Calibri" panose="020F0502020204030204" pitchFamily="34" charset="0"/>
                <a:ea typeface="Meiryo" panose="020B0604030504040204" pitchFamily="34" charset="-128"/>
                <a:cs typeface="Calibri" panose="020F0502020204030204" pitchFamily="34" charset="0"/>
              </a:rPr>
              <a:t>pre</a:t>
            </a:r>
            <a:r>
              <a:rPr lang="en-US" sz="3500" b="1" dirty="0">
                <a:solidFill>
                  <a:prstClr val="black"/>
                </a:solidFill>
                <a:highlight>
                  <a:srgbClr val="FFFF00"/>
                </a:highlight>
                <a:latin typeface="Calibri" panose="020F0502020204030204" pitchFamily="34" charset="0"/>
                <a:ea typeface="Meiryo" panose="020B0604030504040204" pitchFamily="34" charset="-128"/>
                <a:cs typeface="Calibri" panose="020F0502020204030204" pitchFamily="34" charset="0"/>
              </a:rPr>
              <a:t>-planning for the plan</a:t>
            </a:r>
            <a:r>
              <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rPr>
              <a:t>.</a:t>
            </a:r>
          </a:p>
          <a:p>
            <a:pPr lvl="0">
              <a:defRPr/>
            </a:pPr>
            <a:endPar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endParaRPr>
          </a:p>
          <a:p>
            <a:pPr lvl="0">
              <a:defRPr/>
            </a:pPr>
            <a:r>
              <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rPr>
              <a:t>Planners have the illusion that the sooner they imagine some goals and get those goals on paper, the sooner they’ll achieve those goals, as well. So that’s where they start – fantasizing about goals. </a:t>
            </a:r>
          </a:p>
          <a:p>
            <a:pPr lvl="0">
              <a:defRPr/>
            </a:pPr>
            <a:endPar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endParaRPr>
          </a:p>
          <a:p>
            <a:pPr lvl="0">
              <a:defRPr/>
            </a:pPr>
            <a:r>
              <a:rPr lang="en-US" sz="3500" b="1" dirty="0">
                <a:solidFill>
                  <a:prstClr val="black"/>
                </a:solidFill>
                <a:latin typeface="Calibri" panose="020F0502020204030204" pitchFamily="34" charset="0"/>
                <a:ea typeface="Meiryo" panose="020B0604030504040204" pitchFamily="34" charset="-128"/>
                <a:cs typeface="Calibri" panose="020F0502020204030204" pitchFamily="34" charset="0"/>
              </a:rPr>
              <a:t>Too </a:t>
            </a:r>
            <a:r>
              <a:rPr lang="en-US" sz="3500" b="1" dirty="0">
                <a:solidFill>
                  <a:srgbClr val="FF0000"/>
                </a:solidFill>
                <a:latin typeface="Calibri" panose="020F0502020204030204" pitchFamily="34" charset="0"/>
                <a:ea typeface="Meiryo" panose="020B0604030504040204" pitchFamily="34" charset="-128"/>
                <a:cs typeface="Calibri" panose="020F0502020204030204" pitchFamily="34" charset="0"/>
              </a:rPr>
              <a:t>dangerous</a:t>
            </a:r>
            <a:r>
              <a:rPr lang="en-US" sz="3500" b="1" dirty="0">
                <a:solidFill>
                  <a:prstClr val="black"/>
                </a:solidFill>
                <a:latin typeface="Calibri" panose="020F0502020204030204" pitchFamily="34" charset="0"/>
                <a:ea typeface="Meiryo" panose="020B0604030504040204" pitchFamily="34" charset="-128"/>
                <a:cs typeface="Calibri" panose="020F0502020204030204" pitchFamily="34" charset="0"/>
              </a:rPr>
              <a:t> </a:t>
            </a:r>
            <a:r>
              <a:rPr lang="en-US" sz="3500" dirty="0">
                <a:solidFill>
                  <a:prstClr val="black"/>
                </a:solidFill>
                <a:latin typeface="Calibri" panose="020F0502020204030204" pitchFamily="34" charset="0"/>
                <a:ea typeface="Meiryo" panose="020B0604030504040204" pitchFamily="34" charset="-128"/>
                <a:cs typeface="Calibri" panose="020F0502020204030204" pitchFamily="34" charset="0"/>
              </a:rPr>
              <a:t>– it’s like going on a trip without a map and then complaining that you didn’t get where you wanted to go. Or who’s driving.</a:t>
            </a:r>
          </a:p>
        </p:txBody>
      </p:sp>
      <p:sp>
        <p:nvSpPr>
          <p:cNvPr id="4" name="Slide Number Placeholder 3">
            <a:extLst>
              <a:ext uri="{FF2B5EF4-FFF2-40B4-BE49-F238E27FC236}">
                <a16:creationId xmlns:a16="http://schemas.microsoft.com/office/drawing/2014/main" id="{94CA2B9D-56CD-45B2-B1DE-4A533D37B0B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16</a:t>
            </a:r>
          </a:p>
        </p:txBody>
      </p:sp>
    </p:spTree>
    <p:extLst>
      <p:ext uri="{BB962C8B-B14F-4D97-AF65-F5344CB8AC3E}">
        <p14:creationId xmlns:p14="http://schemas.microsoft.com/office/powerpoint/2010/main" val="943312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fad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xEl>
                                              <p:pRg st="4" end="4"/>
                                            </p:txEl>
                                          </p:spTgt>
                                        </p:tgtEl>
                                        <p:attrNameLst>
                                          <p:attrName>style.visibility</p:attrName>
                                        </p:attrNameLst>
                                      </p:cBhvr>
                                      <p:to>
                                        <p:strVal val="visible"/>
                                      </p:to>
                                    </p:set>
                                    <p:animEffect transition="in" filter="fade">
                                      <p:cBhvr>
                                        <p:cTn id="17" dur="500"/>
                                        <p:tgtEl>
                                          <p:spTgt spid="5">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
                                            <p:txEl>
                                              <p:pRg st="6" end="6"/>
                                            </p:txEl>
                                          </p:spTgt>
                                        </p:tgtEl>
                                        <p:attrNameLst>
                                          <p:attrName>style.visibility</p:attrName>
                                        </p:attrNameLst>
                                      </p:cBhvr>
                                      <p:to>
                                        <p:strVal val="visible"/>
                                      </p:to>
                                    </p:set>
                                    <p:animEffect transition="in" filter="fade">
                                      <p:cBhvr>
                                        <p:cTn id="22" dur="500"/>
                                        <p:tgtEl>
                                          <p:spTgt spid="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descr="Row Of College Students Raising Hands">
            <a:extLst>
              <a:ext uri="{FF2B5EF4-FFF2-40B4-BE49-F238E27FC236}">
                <a16:creationId xmlns:a16="http://schemas.microsoft.com/office/drawing/2014/main" id="{22F47E15-4349-2CB8-367D-4121A4631FD5}"/>
              </a:ext>
            </a:extLst>
          </p:cNvPr>
          <p:cNvPicPr>
            <a:picLocks noGrp="1" noChangeAspect="1" noChangeArrowheads="1"/>
          </p:cNvPicPr>
          <p:nvPr>
            <p:ph idx="1"/>
          </p:nvPr>
        </p:nvPicPr>
        <p:blipFill rotWithShape="1">
          <a:blip r:embed="rId2">
            <a:extLst>
              <a:ext uri="{28A0092B-C50C-407E-A947-70E740481C1C}">
                <a14:useLocalDpi xmlns:a14="http://schemas.microsoft.com/office/drawing/2010/main" val="0"/>
              </a:ext>
            </a:extLst>
          </a:blip>
          <a:srcRect l="42212"/>
          <a:stretch/>
        </p:blipFill>
        <p:spPr bwMode="auto">
          <a:xfrm>
            <a:off x="0" y="-11884"/>
            <a:ext cx="12192000" cy="6946084"/>
          </a:xfrm>
          <a:prstGeom prst="rect">
            <a:avLst/>
          </a:prstGeom>
          <a:noFill/>
          <a:extLst>
            <a:ext uri="{909E8E84-426E-40DD-AFC4-6F175D3DCCD1}">
              <a14:hiddenFill xmlns:a14="http://schemas.microsoft.com/office/drawing/2010/main">
                <a:solidFill>
                  <a:srgbClr val="FFFFFF"/>
                </a:solidFill>
              </a14:hiddenFill>
            </a:ext>
          </a:extLst>
        </p:spPr>
      </p:pic>
      <p:sp>
        <p:nvSpPr>
          <p:cNvPr id="1031" name="Rectangle 1030">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5143" y="857250"/>
            <a:ext cx="9141714"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685800">
              <a:defRPr/>
            </a:pPr>
            <a:endParaRPr lang="en-US" sz="1350">
              <a:solidFill>
                <a:prstClr val="white"/>
              </a:solidFill>
              <a:latin typeface="Calibri" panose="020F0502020204030204"/>
            </a:endParaRPr>
          </a:p>
        </p:txBody>
      </p:sp>
      <p:sp>
        <p:nvSpPr>
          <p:cNvPr id="4" name="Title 1">
            <a:extLst>
              <a:ext uri="{FF2B5EF4-FFF2-40B4-BE49-F238E27FC236}">
                <a16:creationId xmlns:a16="http://schemas.microsoft.com/office/drawing/2014/main" id="{12826E43-8172-56FC-DB21-4AB6C1882231}"/>
              </a:ext>
            </a:extLst>
          </p:cNvPr>
          <p:cNvSpPr>
            <a:spLocks noGrp="1"/>
          </p:cNvSpPr>
          <p:nvPr>
            <p:ph type="title"/>
          </p:nvPr>
        </p:nvSpPr>
        <p:spPr>
          <a:xfrm>
            <a:off x="390970" y="347530"/>
            <a:ext cx="5486400" cy="3980367"/>
          </a:xfrm>
        </p:spPr>
        <p:txBody>
          <a:bodyPr anchor="t">
            <a:normAutofit/>
          </a:bodyPr>
          <a:lstStyle/>
          <a:p>
            <a:r>
              <a:rPr lang="en-US" sz="3500" b="1" dirty="0">
                <a:latin typeface="Calibri" panose="020F0502020204030204" pitchFamily="34" charset="0"/>
                <a:cs typeface="Calibri" panose="020F0502020204030204" pitchFamily="34" charset="0"/>
              </a:rPr>
              <a:t>What questions would pop into your mind after being given a big project?</a:t>
            </a:r>
            <a:br>
              <a:rPr lang="en-US" sz="2625" dirty="0">
                <a:latin typeface="Calibri" panose="020F0502020204030204" pitchFamily="34" charset="0"/>
                <a:cs typeface="Calibri" panose="020F0502020204030204" pitchFamily="34" charset="0"/>
              </a:rPr>
            </a:br>
            <a:r>
              <a:rPr lang="en-US" sz="2625" dirty="0">
                <a:latin typeface="Calibri" panose="020F0502020204030204" pitchFamily="34" charset="0"/>
                <a:cs typeface="Calibri" panose="020F0502020204030204" pitchFamily="34" charset="0"/>
              </a:rPr>
              <a:t> </a:t>
            </a:r>
          </a:p>
        </p:txBody>
      </p:sp>
    </p:spTree>
    <p:extLst>
      <p:ext uri="{BB962C8B-B14F-4D97-AF65-F5344CB8AC3E}">
        <p14:creationId xmlns:p14="http://schemas.microsoft.com/office/powerpoint/2010/main" val="107683542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3F97BE-F647-4676-9B37-BC17E7E95735}"/>
              </a:ext>
            </a:extLst>
          </p:cNvPr>
          <p:cNvSpPr>
            <a:spLocks noGrp="1"/>
          </p:cNvSpPr>
          <p:nvPr>
            <p:ph idx="1"/>
          </p:nvPr>
        </p:nvSpPr>
        <p:spPr>
          <a:xfrm>
            <a:off x="492035" y="237064"/>
            <a:ext cx="11207930" cy="6620936"/>
          </a:xfrm>
        </p:spPr>
        <p:txBody>
          <a:bodyPr>
            <a:noAutofit/>
          </a:bodyPr>
          <a:lstStyle/>
          <a:p>
            <a:pPr marL="0" indent="0" algn="ctr">
              <a:lnSpc>
                <a:spcPct val="100000"/>
              </a:lnSpc>
              <a:spcBef>
                <a:spcPts val="0"/>
              </a:spcBef>
              <a:buNone/>
            </a:pPr>
            <a:r>
              <a:rPr lang="en-US" sz="3000" dirty="0">
                <a:highlight>
                  <a:srgbClr val="FFFF00"/>
                </a:highlight>
                <a:latin typeface="Calibri" panose="020F0502020204030204" pitchFamily="34" charset="0"/>
                <a:cs typeface="Calibri" panose="020F0502020204030204" pitchFamily="34" charset="0"/>
              </a:rPr>
              <a:t>Big 5 Pre-Questions</a:t>
            </a:r>
            <a:r>
              <a:rPr lang="en-US" sz="3000" dirty="0">
                <a:latin typeface="Calibri" panose="020F0502020204030204" pitchFamily="34" charset="0"/>
                <a:cs typeface="Calibri" panose="020F0502020204030204" pitchFamily="34" charset="0"/>
              </a:rPr>
              <a:t>/Pre-Planning</a:t>
            </a:r>
          </a:p>
          <a:p>
            <a:pPr marL="0" indent="0" algn="ctr">
              <a:lnSpc>
                <a:spcPct val="100000"/>
              </a:lnSpc>
              <a:spcBef>
                <a:spcPts val="0"/>
              </a:spcBef>
              <a:buNone/>
            </a:pPr>
            <a:r>
              <a:rPr lang="en-US" sz="3000" dirty="0">
                <a:latin typeface="Calibri" panose="020F0502020204030204" pitchFamily="34" charset="0"/>
                <a:cs typeface="Calibri" panose="020F0502020204030204" pitchFamily="34" charset="0"/>
              </a:rPr>
              <a:t>↓</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Requirements </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Expectations</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Goals &amp; Objectives</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Deliverables</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Scope of Work Action Plan </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a:t>
            </a:r>
          </a:p>
          <a:p>
            <a:pPr marL="0" indent="0" algn="ctr">
              <a:lnSpc>
                <a:spcPct val="100000"/>
              </a:lnSpc>
              <a:spcBef>
                <a:spcPts val="0"/>
              </a:spcBef>
              <a:buNone/>
            </a:pPr>
            <a:r>
              <a:rPr lang="en-US" sz="3000" dirty="0">
                <a:solidFill>
                  <a:schemeClr val="tx1"/>
                </a:solidFill>
                <a:latin typeface="Calibri" panose="020F0502020204030204" pitchFamily="34" charset="0"/>
                <a:cs typeface="Calibri" panose="020F0502020204030204" pitchFamily="34" charset="0"/>
              </a:rPr>
              <a:t>Work Breakdown Structure </a:t>
            </a:r>
            <a:endParaRPr lang="en-US" sz="3000" dirty="0">
              <a:latin typeface="Calibri" panose="020F0502020204030204" pitchFamily="34" charset="0"/>
              <a:cs typeface="Calibri" panose="020F0502020204030204" pitchFamily="34" charset="0"/>
            </a:endParaRPr>
          </a:p>
        </p:txBody>
      </p:sp>
      <p:graphicFrame>
        <p:nvGraphicFramePr>
          <p:cNvPr id="4" name="Diagram 3">
            <a:extLst>
              <a:ext uri="{FF2B5EF4-FFF2-40B4-BE49-F238E27FC236}">
                <a16:creationId xmlns:a16="http://schemas.microsoft.com/office/drawing/2014/main" id="{CCB7FCF9-46B4-0787-729E-847EB6F2014B}"/>
              </a:ext>
            </a:extLst>
          </p:cNvPr>
          <p:cNvGraphicFramePr/>
          <p:nvPr>
            <p:extLst>
              <p:ext uri="{D42A27DB-BD31-4B8C-83A1-F6EECF244321}">
                <p14:modId xmlns:p14="http://schemas.microsoft.com/office/powerpoint/2010/main" val="488942214"/>
              </p:ext>
            </p:extLst>
          </p:nvPr>
        </p:nvGraphicFramePr>
        <p:xfrm>
          <a:off x="492035" y="1563881"/>
          <a:ext cx="3413393" cy="25808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409441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Effect transition="in" filter="fade">
                                      <p:cBhvr>
                                        <p:cTn id="17" dur="500"/>
                                        <p:tgtEl>
                                          <p:spTgt spid="3">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
                                            <p:txEl>
                                              <p:pRg st="7" end="7"/>
                                            </p:txEl>
                                          </p:spTgt>
                                        </p:tgtEl>
                                        <p:attrNameLst>
                                          <p:attrName>style.visibility</p:attrName>
                                        </p:attrNameLst>
                                      </p:cBhvr>
                                      <p:to>
                                        <p:strVal val="visible"/>
                                      </p:to>
                                    </p:set>
                                    <p:animEffect transition="in" filter="fade">
                                      <p:cBhvr>
                                        <p:cTn id="42" dur="500"/>
                                        <p:tgtEl>
                                          <p:spTgt spid="3">
                                            <p:txEl>
                                              <p:pRg st="7" end="7"/>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
                                            <p:txEl>
                                              <p:pRg st="8" end="8"/>
                                            </p:txEl>
                                          </p:spTgt>
                                        </p:tgtEl>
                                        <p:attrNameLst>
                                          <p:attrName>style.visibility</p:attrName>
                                        </p:attrNameLst>
                                      </p:cBhvr>
                                      <p:to>
                                        <p:strVal val="visible"/>
                                      </p:to>
                                    </p:set>
                                    <p:animEffect transition="in" filter="fade">
                                      <p:cBhvr>
                                        <p:cTn id="47" dur="500"/>
                                        <p:tgtEl>
                                          <p:spTgt spid="3">
                                            <p:txEl>
                                              <p:pRg st="8" end="8"/>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
                                            <p:txEl>
                                              <p:pRg st="9" end="9"/>
                                            </p:txEl>
                                          </p:spTgt>
                                        </p:tgtEl>
                                        <p:attrNameLst>
                                          <p:attrName>style.visibility</p:attrName>
                                        </p:attrNameLst>
                                      </p:cBhvr>
                                      <p:to>
                                        <p:strVal val="visible"/>
                                      </p:to>
                                    </p:set>
                                    <p:animEffect transition="in" filter="fade">
                                      <p:cBhvr>
                                        <p:cTn id="52" dur="500"/>
                                        <p:tgtEl>
                                          <p:spTgt spid="3">
                                            <p:txEl>
                                              <p:pRg st="9" end="9"/>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
                                            <p:txEl>
                                              <p:pRg st="10" end="10"/>
                                            </p:txEl>
                                          </p:spTgt>
                                        </p:tgtEl>
                                        <p:attrNameLst>
                                          <p:attrName>style.visibility</p:attrName>
                                        </p:attrNameLst>
                                      </p:cBhvr>
                                      <p:to>
                                        <p:strVal val="visible"/>
                                      </p:to>
                                    </p:set>
                                    <p:animEffect transition="in" filter="fade">
                                      <p:cBhvr>
                                        <p:cTn id="57" dur="500"/>
                                        <p:tgtEl>
                                          <p:spTgt spid="3">
                                            <p:txEl>
                                              <p:pRg st="10" end="10"/>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
                                            <p:txEl>
                                              <p:pRg st="11" end="11"/>
                                            </p:txEl>
                                          </p:spTgt>
                                        </p:tgtEl>
                                        <p:attrNameLst>
                                          <p:attrName>style.visibility</p:attrName>
                                        </p:attrNameLst>
                                      </p:cBhvr>
                                      <p:to>
                                        <p:strVal val="visible"/>
                                      </p:to>
                                    </p:set>
                                    <p:animEffect transition="in" filter="fade">
                                      <p:cBhvr>
                                        <p:cTn id="62" dur="500"/>
                                        <p:tgtEl>
                                          <p:spTgt spid="3">
                                            <p:txEl>
                                              <p:pRg st="11" end="11"/>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3">
                                            <p:txEl>
                                              <p:pRg st="12" end="12"/>
                                            </p:txEl>
                                          </p:spTgt>
                                        </p:tgtEl>
                                        <p:attrNameLst>
                                          <p:attrName>style.visibility</p:attrName>
                                        </p:attrNameLst>
                                      </p:cBhvr>
                                      <p:to>
                                        <p:strVal val="visible"/>
                                      </p:to>
                                    </p:set>
                                    <p:animEffect transition="in" filter="fade">
                                      <p:cBhvr>
                                        <p:cTn id="67" dur="500"/>
                                        <p:tgtEl>
                                          <p:spTgt spid="3">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A2D7C2-4689-7DE1-C3E0-6C117012DFE8}"/>
              </a:ext>
            </a:extLst>
          </p:cNvPr>
          <p:cNvSpPr>
            <a:spLocks noGrp="1"/>
          </p:cNvSpPr>
          <p:nvPr>
            <p:ph type="title"/>
          </p:nvPr>
        </p:nvSpPr>
        <p:spPr/>
        <p:txBody>
          <a:bodyPr>
            <a:normAutofit/>
          </a:bodyPr>
          <a:lstStyle/>
          <a:p>
            <a:pPr algn="ctr"/>
            <a:r>
              <a:rPr lang="en-US" sz="4500" b="1" dirty="0">
                <a:latin typeface="Calibri" panose="020F0502020204030204" pitchFamily="34" charset="0"/>
                <a:cs typeface="Calibri" panose="020F0502020204030204" pitchFamily="34" charset="0"/>
              </a:rPr>
              <a:t>Big 5 Pre-Questions</a:t>
            </a:r>
          </a:p>
        </p:txBody>
      </p:sp>
      <p:graphicFrame>
        <p:nvGraphicFramePr>
          <p:cNvPr id="4" name="Content Placeholder 3">
            <a:extLst>
              <a:ext uri="{FF2B5EF4-FFF2-40B4-BE49-F238E27FC236}">
                <a16:creationId xmlns:a16="http://schemas.microsoft.com/office/drawing/2014/main" id="{C1112D86-C074-B5BE-0E88-AB4B3B36EA87}"/>
              </a:ext>
            </a:extLst>
          </p:cNvPr>
          <p:cNvGraphicFramePr>
            <a:graphicFrameLocks noGrp="1"/>
          </p:cNvGraphicFramePr>
          <p:nvPr>
            <p:ph idx="1"/>
            <p:extLst>
              <p:ext uri="{D42A27DB-BD31-4B8C-83A1-F6EECF244321}">
                <p14:modId xmlns:p14="http://schemas.microsoft.com/office/powerpoint/2010/main" val="2737193431"/>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Title 1">
            <a:extLst>
              <a:ext uri="{FF2B5EF4-FFF2-40B4-BE49-F238E27FC236}">
                <a16:creationId xmlns:a16="http://schemas.microsoft.com/office/drawing/2014/main" id="{CA28E0A9-F618-A830-7D61-54B29D745522}"/>
              </a:ext>
            </a:extLst>
          </p:cNvPr>
          <p:cNvSpPr txBox="1">
            <a:spLocks/>
          </p:cNvSpPr>
          <p:nvPr/>
        </p:nvSpPr>
        <p:spPr>
          <a:xfrm>
            <a:off x="1136590" y="2103437"/>
            <a:ext cx="1461331"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b="1" dirty="0">
                <a:latin typeface="Calibri" panose="020F0502020204030204" pitchFamily="34" charset="0"/>
                <a:cs typeface="Calibri" panose="020F0502020204030204" pitchFamily="34" charset="0"/>
              </a:rPr>
              <a:t>Q1</a:t>
            </a:r>
          </a:p>
        </p:txBody>
      </p:sp>
      <p:sp>
        <p:nvSpPr>
          <p:cNvPr id="5" name="Title 1">
            <a:extLst>
              <a:ext uri="{FF2B5EF4-FFF2-40B4-BE49-F238E27FC236}">
                <a16:creationId xmlns:a16="http://schemas.microsoft.com/office/drawing/2014/main" id="{76869607-A76A-C676-355C-D5BB45C015A2}"/>
              </a:ext>
            </a:extLst>
          </p:cNvPr>
          <p:cNvSpPr txBox="1">
            <a:spLocks/>
          </p:cNvSpPr>
          <p:nvPr/>
        </p:nvSpPr>
        <p:spPr>
          <a:xfrm>
            <a:off x="3267697" y="2111268"/>
            <a:ext cx="1461331"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b="1" dirty="0">
                <a:latin typeface="Calibri" panose="020F0502020204030204" pitchFamily="34" charset="0"/>
                <a:cs typeface="Calibri" panose="020F0502020204030204" pitchFamily="34" charset="0"/>
              </a:rPr>
              <a:t>Q2</a:t>
            </a:r>
          </a:p>
        </p:txBody>
      </p:sp>
      <p:sp>
        <p:nvSpPr>
          <p:cNvPr id="6" name="Title 1">
            <a:extLst>
              <a:ext uri="{FF2B5EF4-FFF2-40B4-BE49-F238E27FC236}">
                <a16:creationId xmlns:a16="http://schemas.microsoft.com/office/drawing/2014/main" id="{C73D9351-E79D-E10C-BD25-4A520DB1B4C3}"/>
              </a:ext>
            </a:extLst>
          </p:cNvPr>
          <p:cNvSpPr txBox="1">
            <a:spLocks/>
          </p:cNvSpPr>
          <p:nvPr/>
        </p:nvSpPr>
        <p:spPr>
          <a:xfrm>
            <a:off x="9630399" y="2168954"/>
            <a:ext cx="1461331"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b="1" dirty="0">
                <a:latin typeface="Calibri" panose="020F0502020204030204" pitchFamily="34" charset="0"/>
                <a:cs typeface="Calibri" panose="020F0502020204030204" pitchFamily="34" charset="0"/>
              </a:rPr>
              <a:t>Q5</a:t>
            </a:r>
          </a:p>
        </p:txBody>
      </p:sp>
      <p:sp>
        <p:nvSpPr>
          <p:cNvPr id="7" name="Title 1">
            <a:extLst>
              <a:ext uri="{FF2B5EF4-FFF2-40B4-BE49-F238E27FC236}">
                <a16:creationId xmlns:a16="http://schemas.microsoft.com/office/drawing/2014/main" id="{74731D2D-3698-EB6C-F106-AF386B506B75}"/>
              </a:ext>
            </a:extLst>
          </p:cNvPr>
          <p:cNvSpPr txBox="1">
            <a:spLocks/>
          </p:cNvSpPr>
          <p:nvPr/>
        </p:nvSpPr>
        <p:spPr>
          <a:xfrm>
            <a:off x="5383494" y="2168952"/>
            <a:ext cx="1461331"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b="1" dirty="0">
                <a:latin typeface="Calibri" panose="020F0502020204030204" pitchFamily="34" charset="0"/>
                <a:cs typeface="Calibri" panose="020F0502020204030204" pitchFamily="34" charset="0"/>
              </a:rPr>
              <a:t>Q3</a:t>
            </a:r>
          </a:p>
        </p:txBody>
      </p:sp>
      <p:sp>
        <p:nvSpPr>
          <p:cNvPr id="8" name="Title 1">
            <a:extLst>
              <a:ext uri="{FF2B5EF4-FFF2-40B4-BE49-F238E27FC236}">
                <a16:creationId xmlns:a16="http://schemas.microsoft.com/office/drawing/2014/main" id="{335AFA6A-40F9-3097-B9D8-A6C7BF891CA7}"/>
              </a:ext>
            </a:extLst>
          </p:cNvPr>
          <p:cNvSpPr txBox="1">
            <a:spLocks/>
          </p:cNvSpPr>
          <p:nvPr/>
        </p:nvSpPr>
        <p:spPr>
          <a:xfrm>
            <a:off x="7514601" y="2168953"/>
            <a:ext cx="1461331"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b="1" dirty="0">
                <a:latin typeface="Calibri" panose="020F0502020204030204" pitchFamily="34" charset="0"/>
                <a:cs typeface="Calibri" panose="020F0502020204030204" pitchFamily="34" charset="0"/>
              </a:rPr>
              <a:t>Q4</a:t>
            </a:r>
          </a:p>
        </p:txBody>
      </p:sp>
      <p:pic>
        <p:nvPicPr>
          <p:cNvPr id="9" name="Picture 8">
            <a:extLst>
              <a:ext uri="{FF2B5EF4-FFF2-40B4-BE49-F238E27FC236}">
                <a16:creationId xmlns:a16="http://schemas.microsoft.com/office/drawing/2014/main" id="{EBB2D8AF-097E-48BF-0F2F-493B3F75944B}"/>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0" y="1"/>
            <a:ext cx="694346" cy="555476"/>
          </a:xfrm>
          <a:prstGeom prst="rect">
            <a:avLst/>
          </a:prstGeom>
        </p:spPr>
      </p:pic>
    </p:spTree>
    <p:extLst>
      <p:ext uri="{BB962C8B-B14F-4D97-AF65-F5344CB8AC3E}">
        <p14:creationId xmlns:p14="http://schemas.microsoft.com/office/powerpoint/2010/main" val="131750009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1AD38FA-8952-DE1C-08C5-F3A271262161}"/>
            </a:ext>
          </a:extLst>
        </p:cNvPr>
        <p:cNvGrpSpPr/>
        <p:nvPr/>
      </p:nvGrpSpPr>
      <p:grpSpPr>
        <a:xfrm>
          <a:off x="0" y="0"/>
          <a:ext cx="0" cy="0"/>
          <a:chOff x="0" y="0"/>
          <a:chExt cx="0" cy="0"/>
        </a:xfrm>
      </p:grpSpPr>
      <p:pic>
        <p:nvPicPr>
          <p:cNvPr id="1026" name="Picture 2" descr="Row Of College Students Raising Hands">
            <a:extLst>
              <a:ext uri="{FF2B5EF4-FFF2-40B4-BE49-F238E27FC236}">
                <a16:creationId xmlns:a16="http://schemas.microsoft.com/office/drawing/2014/main" id="{85FA207A-9A3F-3936-6F14-C3B03B808C00}"/>
              </a:ext>
            </a:extLst>
          </p:cNvPr>
          <p:cNvPicPr>
            <a:picLocks noGrp="1" noChangeAspect="1" noChangeArrowheads="1"/>
          </p:cNvPicPr>
          <p:nvPr>
            <p:ph idx="1"/>
          </p:nvPr>
        </p:nvPicPr>
        <p:blipFill rotWithShape="1">
          <a:blip r:embed="rId2">
            <a:extLst>
              <a:ext uri="{28A0092B-C50C-407E-A947-70E740481C1C}">
                <a14:useLocalDpi xmlns:a14="http://schemas.microsoft.com/office/drawing/2010/main" val="0"/>
              </a:ext>
            </a:extLst>
          </a:blip>
          <a:srcRect l="42212"/>
          <a:stretch/>
        </p:blipFill>
        <p:spPr bwMode="auto">
          <a:xfrm>
            <a:off x="0" y="0"/>
            <a:ext cx="14230350" cy="6946084"/>
          </a:xfrm>
          <a:prstGeom prst="rect">
            <a:avLst/>
          </a:prstGeom>
          <a:noFill/>
          <a:extLst>
            <a:ext uri="{909E8E84-426E-40DD-AFC4-6F175D3DCCD1}">
              <a14:hiddenFill xmlns:a14="http://schemas.microsoft.com/office/drawing/2010/main">
                <a:solidFill>
                  <a:srgbClr val="FFFFFF"/>
                </a:solidFill>
              </a14:hiddenFill>
            </a:ext>
          </a:extLst>
        </p:spPr>
      </p:pic>
      <p:sp>
        <p:nvSpPr>
          <p:cNvPr id="1031" name="Rectangle 1030">
            <a:extLst>
              <a:ext uri="{FF2B5EF4-FFF2-40B4-BE49-F238E27FC236}">
                <a16:creationId xmlns:a16="http://schemas.microsoft.com/office/drawing/2014/main" id="{ED968D88-FC7E-62D4-D6A0-F4B5949FD5C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5143" y="857250"/>
            <a:ext cx="9141714"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1">
            <a:extLst>
              <a:ext uri="{FF2B5EF4-FFF2-40B4-BE49-F238E27FC236}">
                <a16:creationId xmlns:a16="http://schemas.microsoft.com/office/drawing/2014/main" id="{157F68B3-A1CE-0DD2-C13E-F55D176E0B56}"/>
              </a:ext>
            </a:extLst>
          </p:cNvPr>
          <p:cNvSpPr>
            <a:spLocks noGrp="1"/>
          </p:cNvSpPr>
          <p:nvPr>
            <p:ph type="title"/>
          </p:nvPr>
        </p:nvSpPr>
        <p:spPr>
          <a:xfrm>
            <a:off x="457645" y="376106"/>
            <a:ext cx="6001284" cy="2852870"/>
          </a:xfrm>
        </p:spPr>
        <p:txBody>
          <a:bodyPr anchor="t">
            <a:normAutofit fontScale="90000"/>
          </a:bodyPr>
          <a:lstStyle/>
          <a:p>
            <a:r>
              <a:rPr lang="en-US" sz="3600" b="1" dirty="0">
                <a:solidFill>
                  <a:prstClr val="black"/>
                </a:solidFill>
              </a:rPr>
              <a:t>Why is it important to study previous plans</a:t>
            </a:r>
            <a:r>
              <a:rPr lang="en-US" sz="3500" b="1" dirty="0">
                <a:latin typeface="Calibri" panose="020F0502020204030204" pitchFamily="34" charset="0"/>
                <a:cs typeface="Calibri" panose="020F0502020204030204" pitchFamily="34" charset="0"/>
              </a:rPr>
              <a:t>?</a:t>
            </a:r>
            <a:br>
              <a:rPr lang="en-US" sz="3500" b="1" dirty="0">
                <a:latin typeface="Calibri" panose="020F0502020204030204" pitchFamily="34" charset="0"/>
                <a:cs typeface="Calibri" panose="020F0502020204030204" pitchFamily="34" charset="0"/>
              </a:rPr>
            </a:br>
            <a:br>
              <a:rPr lang="en-US" sz="3500" b="1" dirty="0">
                <a:latin typeface="Calibri" panose="020F0502020204030204" pitchFamily="34" charset="0"/>
                <a:cs typeface="Calibri" panose="020F0502020204030204" pitchFamily="34" charset="0"/>
              </a:rPr>
            </a:br>
            <a:r>
              <a:rPr lang="en-US" sz="3500" b="1" dirty="0">
                <a:latin typeface="Calibri" panose="020F0502020204030204" pitchFamily="34" charset="0"/>
                <a:cs typeface="Calibri" panose="020F0502020204030204" pitchFamily="34" charset="0"/>
              </a:rPr>
              <a:t>Will reading previous plans be enough to prepare you?</a:t>
            </a:r>
            <a:br>
              <a:rPr lang="en-US" sz="2625" dirty="0">
                <a:latin typeface="Calibri" panose="020F0502020204030204" pitchFamily="34" charset="0"/>
                <a:cs typeface="Calibri" panose="020F0502020204030204" pitchFamily="34" charset="0"/>
              </a:rPr>
            </a:br>
            <a:r>
              <a:rPr lang="en-US" sz="2625" dirty="0">
                <a:latin typeface="Calibri" panose="020F0502020204030204" pitchFamily="34" charset="0"/>
                <a:cs typeface="Calibri" panose="020F0502020204030204" pitchFamily="34" charset="0"/>
              </a:rPr>
              <a:t> </a:t>
            </a:r>
          </a:p>
        </p:txBody>
      </p:sp>
    </p:spTree>
    <p:extLst>
      <p:ext uri="{BB962C8B-B14F-4D97-AF65-F5344CB8AC3E}">
        <p14:creationId xmlns:p14="http://schemas.microsoft.com/office/powerpoint/2010/main" val="25456204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accent6">
            <a:lumMod val="40000"/>
            <a:lumOff val="60000"/>
          </a:schemeClr>
        </a:solidFill>
        <a:effectLst/>
      </p:bgPr>
    </p:bg>
    <p:spTree>
      <p:nvGrpSpPr>
        <p:cNvPr id="1" name="">
          <a:extLst>
            <a:ext uri="{FF2B5EF4-FFF2-40B4-BE49-F238E27FC236}">
              <a16:creationId xmlns:a16="http://schemas.microsoft.com/office/drawing/2014/main" id="{1B6DD5F9-E756-296F-A0ED-5FB74FFDABD3}"/>
            </a:ext>
          </a:extLst>
        </p:cNvPr>
        <p:cNvGrpSpPr/>
        <p:nvPr/>
      </p:nvGrpSpPr>
      <p:grpSpPr>
        <a:xfrm>
          <a:off x="0" y="0"/>
          <a:ext cx="0" cy="0"/>
          <a:chOff x="0" y="0"/>
          <a:chExt cx="0" cy="0"/>
        </a:xfrm>
      </p:grpSpPr>
      <p:pic>
        <p:nvPicPr>
          <p:cNvPr id="2060" name="Picture 12" descr="Learning Labs • Training and Development • scitrain">
            <a:extLst>
              <a:ext uri="{FF2B5EF4-FFF2-40B4-BE49-F238E27FC236}">
                <a16:creationId xmlns:a16="http://schemas.microsoft.com/office/drawing/2014/main" id="{3A4A7F1A-FBDA-F852-4A04-6AB6DCCA1F1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94722">
            <a:off x="10971376" y="-13531"/>
            <a:ext cx="1219200" cy="121920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3">
            <a:extLst>
              <a:ext uri="{FF2B5EF4-FFF2-40B4-BE49-F238E27FC236}">
                <a16:creationId xmlns:a16="http://schemas.microsoft.com/office/drawing/2014/main" id="{874F940A-73BC-D72B-A3B6-40A3545C5B03}"/>
              </a:ext>
            </a:extLst>
          </p:cNvPr>
          <p:cNvSpPr txBox="1">
            <a:spLocks/>
          </p:cNvSpPr>
          <p:nvPr/>
        </p:nvSpPr>
        <p:spPr>
          <a:xfrm>
            <a:off x="1298276" y="596069"/>
            <a:ext cx="10893724" cy="5665862"/>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45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endParaRPr>
          </a:p>
        </p:txBody>
      </p:sp>
      <p:sp>
        <p:nvSpPr>
          <p:cNvPr id="5" name="TextBox 4">
            <a:extLst>
              <a:ext uri="{FF2B5EF4-FFF2-40B4-BE49-F238E27FC236}">
                <a16:creationId xmlns:a16="http://schemas.microsoft.com/office/drawing/2014/main" id="{5D941661-8690-1BD8-C4FC-290D7B27FE8D}"/>
              </a:ext>
            </a:extLst>
          </p:cNvPr>
          <p:cNvSpPr txBox="1"/>
          <p:nvPr/>
        </p:nvSpPr>
        <p:spPr>
          <a:xfrm>
            <a:off x="685799" y="717847"/>
            <a:ext cx="10601325" cy="378565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rPr>
              <a:t>You can ‘go to school’ on studying previous reports, particularly details about approaches, gathering input and making recommendations.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4000" dirty="0">
              <a:solidFill>
                <a:prstClr val="black"/>
              </a:solidFill>
              <a:latin typeface="Calibri" panose="020F0502020204030204" pitchFamily="34" charset="0"/>
              <a:ea typeface="Meiryo" panose="020B0604030504040204" pitchFamily="34" charset="-128"/>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rPr>
              <a:t>Prepare some questions and then meet with the previous PM, in a </a:t>
            </a:r>
            <a:r>
              <a:rPr kumimoji="0" lang="en-US" sz="4000" b="0" i="1" u="none" strike="noStrike" kern="1200" cap="none" spc="0" normalizeH="0" baseline="0" noProof="0" dirty="0">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rPr>
              <a:t>non-threatening</a:t>
            </a:r>
            <a:r>
              <a:rPr kumimoji="0" lang="en-US" sz="4000" b="0" u="none" strike="noStrike" kern="1200" cap="none" spc="0" normalizeH="0" baseline="0" noProof="0" dirty="0">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rPr>
              <a:t> </a:t>
            </a:r>
            <a:r>
              <a:rPr kumimoji="0" lang="en-US" sz="4000" b="0" u="none" strike="noStrike" kern="1200" cap="none" spc="0" normalizeH="0" baseline="0" noProof="0" dirty="0" err="1">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rPr>
              <a:t>manne</a:t>
            </a:r>
            <a:r>
              <a:rPr lang="en-US" sz="4000" dirty="0">
                <a:solidFill>
                  <a:prstClr val="black"/>
                </a:solidFill>
                <a:latin typeface="Calibri" panose="020F0502020204030204" pitchFamily="34" charset="0"/>
                <a:ea typeface="Meiryo" panose="020B0604030504040204" pitchFamily="34" charset="-128"/>
                <a:cs typeface="Calibri" panose="020F0502020204030204" pitchFamily="34" charset="0"/>
              </a:rPr>
              <a:t>r.</a:t>
            </a:r>
            <a:endParaRPr kumimoji="0" lang="en-US" sz="4000" b="0" i="0" u="none" strike="noStrike" kern="1200" cap="none" spc="0" normalizeH="0" baseline="0" noProof="0" dirty="0">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endParaRPr>
          </a:p>
        </p:txBody>
      </p:sp>
    </p:spTree>
    <p:extLst>
      <p:ext uri="{BB962C8B-B14F-4D97-AF65-F5344CB8AC3E}">
        <p14:creationId xmlns:p14="http://schemas.microsoft.com/office/powerpoint/2010/main" val="4283585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126522" y="251324"/>
            <a:ext cx="5242434" cy="1298961"/>
          </a:xfrm>
        </p:spPr>
        <p:txBody>
          <a:bodyPr>
            <a:normAutofit fontScale="90000"/>
          </a:bodyPr>
          <a:lstStyle/>
          <a:p>
            <a:pPr>
              <a:lnSpc>
                <a:spcPct val="100000"/>
              </a:lnSpc>
            </a:pPr>
            <a:r>
              <a:rPr lang="en-US" sz="4500" b="1" dirty="0">
                <a:solidFill>
                  <a:schemeClr val="tx1"/>
                </a:solidFill>
                <a:highlight>
                  <a:srgbClr val="FFFF00"/>
                </a:highlight>
                <a:latin typeface="Calibri" panose="020F0502020204030204"/>
              </a:rPr>
              <a:t>Q1</a:t>
            </a:r>
            <a:r>
              <a:rPr lang="en-US" sz="4500" b="1" dirty="0">
                <a:solidFill>
                  <a:schemeClr val="tx1"/>
                </a:solidFill>
                <a:latin typeface="Calibri" panose="020F0502020204030204"/>
              </a:rPr>
              <a:t>: What’s our history of project planning? </a:t>
            </a:r>
            <a:endParaRPr lang="en-US" sz="4500" b="1" dirty="0">
              <a:solidFill>
                <a:schemeClr val="tx1"/>
              </a:solidFill>
              <a:latin typeface="+mn-lt"/>
            </a:endParaRP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sp>
        <p:nvSpPr>
          <p:cNvPr id="5" name="Content Placeholder 2">
            <a:extLst>
              <a:ext uri="{FF2B5EF4-FFF2-40B4-BE49-F238E27FC236}">
                <a16:creationId xmlns:a16="http://schemas.microsoft.com/office/drawing/2014/main" id="{C2BCE910-65DD-8590-D4B7-B5A955650815}"/>
              </a:ext>
            </a:extLst>
          </p:cNvPr>
          <p:cNvSpPr txBox="1">
            <a:spLocks/>
          </p:cNvSpPr>
          <p:nvPr/>
        </p:nvSpPr>
        <p:spPr>
          <a:xfrm>
            <a:off x="273465" y="1697092"/>
            <a:ext cx="5645923" cy="5160908"/>
          </a:xfrm>
          <a:prstGeom prst="rect">
            <a:avLst/>
          </a:prstGeom>
        </p:spPr>
        <p:txBody>
          <a:bodyPr vert="horz" lIns="91440" tIns="45720" rIns="91440" bIns="45720" rtlCol="0">
            <a:normAutofit fontScale="85000" lnSpcReduction="20000"/>
          </a:bodyPr>
          <a:lstStyle>
            <a:lvl1pPr marL="91440" indent="-91440" algn="l" defTabSz="914400" rtl="0" eaLnBrk="1" latinLnBrk="0" hangingPunct="1">
              <a:lnSpc>
                <a:spcPct val="85000"/>
              </a:lnSpc>
              <a:spcBef>
                <a:spcPts val="1300"/>
              </a:spcBef>
              <a:buFont typeface="Arial" pitchFamily="34" charset="0"/>
              <a:buChar char=" "/>
              <a:defRPr sz="2400" kern="1200">
                <a:solidFill>
                  <a:schemeClr val="tx1">
                    <a:lumMod val="85000"/>
                    <a:lumOff val="15000"/>
                  </a:schemeClr>
                </a:solidFill>
                <a:latin typeface="+mn-lt"/>
                <a:ea typeface="+mn-ea"/>
                <a:cs typeface="+mn-cs"/>
              </a:defRPr>
            </a:lvl1pPr>
            <a:lvl2pPr marL="347472" indent="-342900" algn="l" defTabSz="914400" rtl="0" eaLnBrk="1" latinLnBrk="0" hangingPunct="1">
              <a:lnSpc>
                <a:spcPct val="85000"/>
              </a:lnSpc>
              <a:spcBef>
                <a:spcPts val="600"/>
              </a:spcBef>
              <a:buFont typeface="Arial" pitchFamily="34" charset="0"/>
              <a:buChar char=" "/>
              <a:defRPr sz="2400" kern="1200">
                <a:solidFill>
                  <a:schemeClr val="tx1">
                    <a:lumMod val="85000"/>
                    <a:lumOff val="15000"/>
                  </a:schemeClr>
                </a:solidFill>
                <a:latin typeface="+mn-lt"/>
                <a:ea typeface="+mn-ea"/>
                <a:cs typeface="+mn-cs"/>
              </a:defRPr>
            </a:lvl2pPr>
            <a:lvl3pPr marL="548640" indent="-548640" algn="l" defTabSz="914400" rtl="0" eaLnBrk="1" latinLnBrk="0" hangingPunct="1">
              <a:lnSpc>
                <a:spcPct val="85000"/>
              </a:lnSpc>
              <a:spcBef>
                <a:spcPts val="600"/>
              </a:spcBef>
              <a:buFont typeface="Arial" pitchFamily="34" charset="0"/>
              <a:buChar char=" "/>
              <a:defRPr sz="2000" i="1" kern="1200">
                <a:solidFill>
                  <a:schemeClr val="tx1">
                    <a:lumMod val="85000"/>
                    <a:lumOff val="15000"/>
                  </a:schemeClr>
                </a:solidFill>
                <a:latin typeface="+mn-lt"/>
                <a:ea typeface="+mn-ea"/>
                <a:cs typeface="+mn-cs"/>
              </a:defRPr>
            </a:lvl3pPr>
            <a:lvl4pPr marL="822960" indent="-82296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4pPr>
            <a:lvl5pPr marL="1097280" indent="-109728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a:lstStyle>
          <a:p>
            <a:pPr marL="0" lvl="0" indent="0">
              <a:lnSpc>
                <a:spcPct val="120000"/>
              </a:lnSpc>
              <a:spcBef>
                <a:spcPts val="0"/>
              </a:spcBef>
              <a:buNone/>
              <a:defRPr/>
            </a:pPr>
            <a:r>
              <a:rPr lang="en-US" sz="3000" dirty="0">
                <a:solidFill>
                  <a:prstClr val="black"/>
                </a:solidFill>
                <a:latin typeface="Calibri" panose="020F0502020204030204" pitchFamily="34" charset="0"/>
                <a:cs typeface="Calibri" panose="020F0502020204030204" pitchFamily="34" charset="0"/>
              </a:rPr>
              <a:t>Are you, the PM, building upon an organizational history of project successes or failures? What the morale and confidence level? Are there trust issues?</a:t>
            </a:r>
          </a:p>
          <a:p>
            <a:pPr marL="0" lvl="0" indent="0">
              <a:lnSpc>
                <a:spcPct val="120000"/>
              </a:lnSpc>
              <a:spcBef>
                <a:spcPts val="0"/>
              </a:spcBef>
              <a:buNone/>
              <a:defRPr/>
            </a:pPr>
            <a:endParaRPr lang="en-US" sz="3000" dirty="0">
              <a:solidFill>
                <a:prstClr val="black"/>
              </a:solidFill>
              <a:latin typeface="Calibri" panose="020F0502020204030204" pitchFamily="34" charset="0"/>
              <a:cs typeface="Calibri" panose="020F0502020204030204" pitchFamily="34" charset="0"/>
            </a:endParaRPr>
          </a:p>
          <a:p>
            <a:pPr marL="0" lvl="0" indent="0">
              <a:lnSpc>
                <a:spcPct val="120000"/>
              </a:lnSpc>
              <a:spcBef>
                <a:spcPts val="0"/>
              </a:spcBef>
              <a:buNone/>
              <a:defRPr/>
            </a:pPr>
            <a:r>
              <a:rPr lang="en-US" sz="3000" dirty="0">
                <a:solidFill>
                  <a:prstClr val="black"/>
                </a:solidFill>
                <a:latin typeface="Calibri" panose="020F0502020204030204" pitchFamily="34" charset="0"/>
                <a:cs typeface="Calibri" panose="020F0502020204030204" pitchFamily="34" charset="0"/>
              </a:rPr>
              <a:t>Do we have enough resources to allocate? Are their decision-making skills?</a:t>
            </a:r>
          </a:p>
          <a:p>
            <a:pPr marL="0" lvl="0" indent="0">
              <a:lnSpc>
                <a:spcPct val="120000"/>
              </a:lnSpc>
              <a:spcBef>
                <a:spcPts val="0"/>
              </a:spcBef>
              <a:buNone/>
              <a:defRPr/>
            </a:pPr>
            <a:endParaRPr lang="en-US" sz="3000" dirty="0">
              <a:solidFill>
                <a:prstClr val="black"/>
              </a:solidFill>
              <a:latin typeface="Calibri" panose="020F0502020204030204" pitchFamily="34" charset="0"/>
              <a:cs typeface="Calibri" panose="020F0502020204030204" pitchFamily="34" charset="0"/>
            </a:endParaRPr>
          </a:p>
          <a:p>
            <a:pPr marL="0" lvl="0" indent="0">
              <a:lnSpc>
                <a:spcPct val="120000"/>
              </a:lnSpc>
              <a:spcBef>
                <a:spcPts val="0"/>
              </a:spcBef>
              <a:buNone/>
              <a:defRPr/>
            </a:pPr>
            <a:r>
              <a:rPr lang="en-US" sz="3000" b="1" dirty="0">
                <a:solidFill>
                  <a:srgbClr val="FF0000"/>
                </a:solidFill>
                <a:latin typeface="Calibri" panose="020F0502020204030204" pitchFamily="34" charset="0"/>
                <a:cs typeface="Calibri" panose="020F0502020204030204" pitchFamily="34" charset="0"/>
              </a:rPr>
              <a:t>Beware:</a:t>
            </a:r>
            <a:r>
              <a:rPr lang="en-US" sz="3000" dirty="0">
                <a:solidFill>
                  <a:prstClr val="black"/>
                </a:solidFill>
                <a:latin typeface="Calibri" panose="020F0502020204030204" pitchFamily="34" charset="0"/>
                <a:cs typeface="Calibri" panose="020F0502020204030204" pitchFamily="34" charset="0"/>
              </a:rPr>
              <a:t> Organizational or staff development may be needed first.</a:t>
            </a:r>
            <a:endParaRPr lang="en-US" sz="3000" dirty="0">
              <a:solidFill>
                <a:prstClr val="black">
                  <a:lumMod val="85000"/>
                  <a:lumOff val="15000"/>
                </a:prstClr>
              </a:solidFill>
            </a:endParaRPr>
          </a:p>
        </p:txBody>
      </p:sp>
      <p:pic>
        <p:nvPicPr>
          <p:cNvPr id="1026" name="Picture 2" descr="New Research Shows It's 'Adiós' To Large Office Spaces">
            <a:extLst>
              <a:ext uri="{FF2B5EF4-FFF2-40B4-BE49-F238E27FC236}">
                <a16:creationId xmlns:a16="http://schemas.microsoft.com/office/drawing/2014/main" id="{E7E45DDE-8314-9761-4185-DA9ACC17E7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2613" y="59821"/>
            <a:ext cx="6252674"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4591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fad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xEl>
                                              <p:pRg st="4" end="4"/>
                                            </p:txEl>
                                          </p:spTgt>
                                        </p:tgtEl>
                                        <p:attrNameLst>
                                          <p:attrName>style.visibility</p:attrName>
                                        </p:attrNameLst>
                                      </p:cBhvr>
                                      <p:to>
                                        <p:strVal val="visible"/>
                                      </p:to>
                                    </p:set>
                                    <p:animEffect transition="in" filter="fade">
                                      <p:cBhvr>
                                        <p:cTn id="17"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A7D3308-A02D-3375-4C9E-6D5D09706B24}"/>
            </a:ext>
          </a:extLst>
        </p:cNvPr>
        <p:cNvGrpSpPr/>
        <p:nvPr/>
      </p:nvGrpSpPr>
      <p:grpSpPr>
        <a:xfrm>
          <a:off x="0" y="0"/>
          <a:ext cx="0" cy="0"/>
          <a:chOff x="0" y="0"/>
          <a:chExt cx="0" cy="0"/>
        </a:xfrm>
      </p:grpSpPr>
      <p:pic>
        <p:nvPicPr>
          <p:cNvPr id="1026" name="Picture 2" descr="Row Of College Students Raising Hands">
            <a:extLst>
              <a:ext uri="{FF2B5EF4-FFF2-40B4-BE49-F238E27FC236}">
                <a16:creationId xmlns:a16="http://schemas.microsoft.com/office/drawing/2014/main" id="{C6B08019-5E8F-7D4D-0B1E-B5631391928A}"/>
              </a:ext>
            </a:extLst>
          </p:cNvPr>
          <p:cNvPicPr>
            <a:picLocks noGrp="1" noChangeAspect="1" noChangeArrowheads="1"/>
          </p:cNvPicPr>
          <p:nvPr>
            <p:ph idx="1"/>
          </p:nvPr>
        </p:nvPicPr>
        <p:blipFill rotWithShape="1">
          <a:blip r:embed="rId2">
            <a:extLst>
              <a:ext uri="{28A0092B-C50C-407E-A947-70E740481C1C}">
                <a14:useLocalDpi xmlns:a14="http://schemas.microsoft.com/office/drawing/2010/main" val="0"/>
              </a:ext>
            </a:extLst>
          </a:blip>
          <a:srcRect l="42212"/>
          <a:stretch/>
        </p:blipFill>
        <p:spPr bwMode="auto">
          <a:xfrm>
            <a:off x="-1" y="-11884"/>
            <a:ext cx="14849475" cy="6946084"/>
          </a:xfrm>
          <a:prstGeom prst="rect">
            <a:avLst/>
          </a:prstGeom>
          <a:noFill/>
          <a:extLst>
            <a:ext uri="{909E8E84-426E-40DD-AFC4-6F175D3DCCD1}">
              <a14:hiddenFill xmlns:a14="http://schemas.microsoft.com/office/drawing/2010/main">
                <a:solidFill>
                  <a:srgbClr val="FFFFFF"/>
                </a:solidFill>
              </a14:hiddenFill>
            </a:ext>
          </a:extLst>
        </p:spPr>
      </p:pic>
      <p:sp>
        <p:nvSpPr>
          <p:cNvPr id="1031" name="Rectangle 1030">
            <a:extLst>
              <a:ext uri="{FF2B5EF4-FFF2-40B4-BE49-F238E27FC236}">
                <a16:creationId xmlns:a16="http://schemas.microsoft.com/office/drawing/2014/main" id="{EF65B08A-A553-37E7-13EE-95CF08D5906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5143" y="857250"/>
            <a:ext cx="9141714"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1">
            <a:extLst>
              <a:ext uri="{FF2B5EF4-FFF2-40B4-BE49-F238E27FC236}">
                <a16:creationId xmlns:a16="http://schemas.microsoft.com/office/drawing/2014/main" id="{F696101E-39F8-0722-CB30-24C4938CA78F}"/>
              </a:ext>
            </a:extLst>
          </p:cNvPr>
          <p:cNvSpPr>
            <a:spLocks noGrp="1"/>
          </p:cNvSpPr>
          <p:nvPr>
            <p:ph type="title"/>
          </p:nvPr>
        </p:nvSpPr>
        <p:spPr>
          <a:xfrm>
            <a:off x="390970" y="347530"/>
            <a:ext cx="6001284" cy="3980367"/>
          </a:xfrm>
        </p:spPr>
        <p:txBody>
          <a:bodyPr anchor="t">
            <a:normAutofit/>
          </a:bodyPr>
          <a:lstStyle/>
          <a:p>
            <a:r>
              <a:rPr lang="en-US" sz="3600" b="1" dirty="0">
                <a:solidFill>
                  <a:prstClr val="black"/>
                </a:solidFill>
              </a:rPr>
              <a:t>For a team that hasn’t worked together, why is the boss’ suggestion that team members “work out leadership roles among themselves” be problematic</a:t>
            </a:r>
            <a:r>
              <a:rPr lang="en-US" sz="3500" b="1" dirty="0">
                <a:latin typeface="Calibri" panose="020F0502020204030204" pitchFamily="34" charset="0"/>
                <a:cs typeface="Calibri" panose="020F0502020204030204" pitchFamily="34" charset="0"/>
              </a:rPr>
              <a:t>?</a:t>
            </a:r>
            <a:br>
              <a:rPr lang="en-US" sz="2625" dirty="0">
                <a:latin typeface="Calibri" panose="020F0502020204030204" pitchFamily="34" charset="0"/>
                <a:cs typeface="Calibri" panose="020F0502020204030204" pitchFamily="34" charset="0"/>
              </a:rPr>
            </a:br>
            <a:r>
              <a:rPr lang="en-US" sz="2625" dirty="0">
                <a:latin typeface="Calibri" panose="020F0502020204030204" pitchFamily="34" charset="0"/>
                <a:cs typeface="Calibri" panose="020F0502020204030204" pitchFamily="34" charset="0"/>
              </a:rPr>
              <a:t> </a:t>
            </a:r>
          </a:p>
        </p:txBody>
      </p:sp>
    </p:spTree>
    <p:extLst>
      <p:ext uri="{BB962C8B-B14F-4D97-AF65-F5344CB8AC3E}">
        <p14:creationId xmlns:p14="http://schemas.microsoft.com/office/powerpoint/2010/main" val="24973753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accent6">
            <a:lumMod val="40000"/>
            <a:lumOff val="60000"/>
          </a:schemeClr>
        </a:solidFill>
        <a:effectLst/>
      </p:bgPr>
    </p:bg>
    <p:spTree>
      <p:nvGrpSpPr>
        <p:cNvPr id="1" name="">
          <a:extLst>
            <a:ext uri="{FF2B5EF4-FFF2-40B4-BE49-F238E27FC236}">
              <a16:creationId xmlns:a16="http://schemas.microsoft.com/office/drawing/2014/main" id="{9C6EF8D5-CF4A-617B-36AF-B5F1604B4960}"/>
            </a:ext>
          </a:extLst>
        </p:cNvPr>
        <p:cNvGrpSpPr/>
        <p:nvPr/>
      </p:nvGrpSpPr>
      <p:grpSpPr>
        <a:xfrm>
          <a:off x="0" y="0"/>
          <a:ext cx="0" cy="0"/>
          <a:chOff x="0" y="0"/>
          <a:chExt cx="0" cy="0"/>
        </a:xfrm>
      </p:grpSpPr>
      <p:pic>
        <p:nvPicPr>
          <p:cNvPr id="2060" name="Picture 12" descr="Learning Labs • Training and Development • scitrain">
            <a:extLst>
              <a:ext uri="{FF2B5EF4-FFF2-40B4-BE49-F238E27FC236}">
                <a16:creationId xmlns:a16="http://schemas.microsoft.com/office/drawing/2014/main" id="{351FD63D-C5A4-983F-8A1A-9F68B234B00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94722">
            <a:off x="10971376" y="-13531"/>
            <a:ext cx="1219200" cy="121920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3">
            <a:extLst>
              <a:ext uri="{FF2B5EF4-FFF2-40B4-BE49-F238E27FC236}">
                <a16:creationId xmlns:a16="http://schemas.microsoft.com/office/drawing/2014/main" id="{BECE9FE5-131E-F840-6192-0575A2DBE4A7}"/>
              </a:ext>
            </a:extLst>
          </p:cNvPr>
          <p:cNvSpPr txBox="1">
            <a:spLocks/>
          </p:cNvSpPr>
          <p:nvPr/>
        </p:nvSpPr>
        <p:spPr>
          <a:xfrm>
            <a:off x="1298276" y="596069"/>
            <a:ext cx="10893724" cy="5665862"/>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45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endParaRPr>
          </a:p>
        </p:txBody>
      </p:sp>
      <p:sp>
        <p:nvSpPr>
          <p:cNvPr id="5" name="TextBox 4">
            <a:extLst>
              <a:ext uri="{FF2B5EF4-FFF2-40B4-BE49-F238E27FC236}">
                <a16:creationId xmlns:a16="http://schemas.microsoft.com/office/drawing/2014/main" id="{8237EDF7-FD6A-B0E7-9169-091C709486CB}"/>
              </a:ext>
            </a:extLst>
          </p:cNvPr>
          <p:cNvSpPr txBox="1"/>
          <p:nvPr/>
        </p:nvSpPr>
        <p:spPr>
          <a:xfrm>
            <a:off x="819149" y="717847"/>
            <a:ext cx="10448925" cy="255454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pitchFamily="34" charset="0"/>
                <a:ea typeface="Meiryo" panose="020B0604030504040204" pitchFamily="34" charset="-128"/>
                <a:cs typeface="Calibri" panose="020F0502020204030204" pitchFamily="34" charset="0"/>
              </a:rPr>
              <a:t>Bosses may be reluctant to “show favorites” by picking a team manager, but when no leader is assigned, it almost certainly leads to confusion, lack of direction and delays in launching.</a:t>
            </a:r>
          </a:p>
        </p:txBody>
      </p:sp>
    </p:spTree>
    <p:extLst>
      <p:ext uri="{BB962C8B-B14F-4D97-AF65-F5344CB8AC3E}">
        <p14:creationId xmlns:p14="http://schemas.microsoft.com/office/powerpoint/2010/main" val="3400760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126522" y="692209"/>
            <a:ext cx="5242434" cy="858076"/>
          </a:xfrm>
        </p:spPr>
        <p:txBody>
          <a:bodyPr>
            <a:normAutofit/>
          </a:bodyPr>
          <a:lstStyle/>
          <a:p>
            <a:r>
              <a:rPr lang="en-US" sz="4500" b="1" dirty="0">
                <a:solidFill>
                  <a:schemeClr val="tx1"/>
                </a:solidFill>
                <a:highlight>
                  <a:srgbClr val="FFFF00"/>
                </a:highlight>
                <a:latin typeface="Calibri" panose="020F0502020204030204"/>
              </a:rPr>
              <a:t>Q2</a:t>
            </a:r>
            <a:r>
              <a:rPr lang="en-US" sz="4500" b="1" dirty="0">
                <a:solidFill>
                  <a:schemeClr val="tx1"/>
                </a:solidFill>
                <a:latin typeface="Calibri" panose="020F0502020204030204"/>
              </a:rPr>
              <a:t>: What’s Your Role? </a:t>
            </a:r>
            <a:endParaRPr lang="en-US" sz="4500" b="1" dirty="0">
              <a:solidFill>
                <a:schemeClr val="tx1"/>
              </a:solidFill>
              <a:latin typeface="+mn-lt"/>
            </a:endParaRP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4100" name="Picture 4" descr="Young man working with boss or older employee in the office.">
            <a:extLst>
              <a:ext uri="{FF2B5EF4-FFF2-40B4-BE49-F238E27FC236}">
                <a16:creationId xmlns:a16="http://schemas.microsoft.com/office/drawing/2014/main" id="{4419F347-BFE9-4952-AAF6-AD3397DFC9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53125" y="0"/>
            <a:ext cx="6238876"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Content Placeholder 2">
            <a:extLst>
              <a:ext uri="{FF2B5EF4-FFF2-40B4-BE49-F238E27FC236}">
                <a16:creationId xmlns:a16="http://schemas.microsoft.com/office/drawing/2014/main" id="{C2BCE910-65DD-8590-D4B7-B5A955650815}"/>
              </a:ext>
            </a:extLst>
          </p:cNvPr>
          <p:cNvSpPr txBox="1">
            <a:spLocks/>
          </p:cNvSpPr>
          <p:nvPr/>
        </p:nvSpPr>
        <p:spPr>
          <a:xfrm>
            <a:off x="389006" y="1550285"/>
            <a:ext cx="5062123" cy="5160908"/>
          </a:xfrm>
          <a:prstGeom prst="rect">
            <a:avLst/>
          </a:prstGeom>
        </p:spPr>
        <p:txBody>
          <a:bodyPr vert="horz" lIns="91440" tIns="45720" rIns="91440" bIns="45720" rtlCol="0">
            <a:normAutofit/>
          </a:bodyPr>
          <a:lstStyle>
            <a:lvl1pPr marL="91440" indent="-91440" algn="l" defTabSz="914400" rtl="0" eaLnBrk="1" latinLnBrk="0" hangingPunct="1">
              <a:lnSpc>
                <a:spcPct val="85000"/>
              </a:lnSpc>
              <a:spcBef>
                <a:spcPts val="1300"/>
              </a:spcBef>
              <a:buFont typeface="Arial" pitchFamily="34" charset="0"/>
              <a:buChar char=" "/>
              <a:defRPr sz="2400" kern="1200">
                <a:solidFill>
                  <a:schemeClr val="tx1">
                    <a:lumMod val="85000"/>
                    <a:lumOff val="15000"/>
                  </a:schemeClr>
                </a:solidFill>
                <a:latin typeface="+mn-lt"/>
                <a:ea typeface="+mn-ea"/>
                <a:cs typeface="+mn-cs"/>
              </a:defRPr>
            </a:lvl1pPr>
            <a:lvl2pPr marL="347472" indent="-342900" algn="l" defTabSz="914400" rtl="0" eaLnBrk="1" latinLnBrk="0" hangingPunct="1">
              <a:lnSpc>
                <a:spcPct val="85000"/>
              </a:lnSpc>
              <a:spcBef>
                <a:spcPts val="600"/>
              </a:spcBef>
              <a:buFont typeface="Arial" pitchFamily="34" charset="0"/>
              <a:buChar char=" "/>
              <a:defRPr sz="2400" kern="1200">
                <a:solidFill>
                  <a:schemeClr val="tx1">
                    <a:lumMod val="85000"/>
                    <a:lumOff val="15000"/>
                  </a:schemeClr>
                </a:solidFill>
                <a:latin typeface="+mn-lt"/>
                <a:ea typeface="+mn-ea"/>
                <a:cs typeface="+mn-cs"/>
              </a:defRPr>
            </a:lvl2pPr>
            <a:lvl3pPr marL="548640" indent="-548640" algn="l" defTabSz="914400" rtl="0" eaLnBrk="1" latinLnBrk="0" hangingPunct="1">
              <a:lnSpc>
                <a:spcPct val="85000"/>
              </a:lnSpc>
              <a:spcBef>
                <a:spcPts val="600"/>
              </a:spcBef>
              <a:buFont typeface="Arial" pitchFamily="34" charset="0"/>
              <a:buChar char=" "/>
              <a:defRPr sz="2000" i="1" kern="1200">
                <a:solidFill>
                  <a:schemeClr val="tx1">
                    <a:lumMod val="85000"/>
                    <a:lumOff val="15000"/>
                  </a:schemeClr>
                </a:solidFill>
                <a:latin typeface="+mn-lt"/>
                <a:ea typeface="+mn-ea"/>
                <a:cs typeface="+mn-cs"/>
              </a:defRPr>
            </a:lvl3pPr>
            <a:lvl4pPr marL="822960" indent="-82296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4pPr>
            <a:lvl5pPr marL="1097280" indent="-109728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a:lstStyle>
          <a:p>
            <a:pPr marL="0" lvl="0" indent="0">
              <a:lnSpc>
                <a:spcPct val="100000"/>
              </a:lnSpc>
              <a:spcBef>
                <a:spcPts val="0"/>
              </a:spcBef>
              <a:buNone/>
              <a:defRPr/>
            </a:pPr>
            <a:r>
              <a:rPr lang="en-US" sz="3000" dirty="0">
                <a:solidFill>
                  <a:prstClr val="black"/>
                </a:solidFill>
                <a:latin typeface="Calibri" panose="020F0502020204030204" pitchFamily="34" charset="0"/>
                <a:cs typeface="Calibri" panose="020F0502020204030204" pitchFamily="34" charset="0"/>
              </a:rPr>
              <a:t>While you might think everyone agrees who’s in charge, in fact </a:t>
            </a:r>
            <a:r>
              <a:rPr lang="en-US" sz="3000" dirty="0">
                <a:solidFill>
                  <a:prstClr val="black"/>
                </a:solidFill>
                <a:highlight>
                  <a:srgbClr val="FFFF00"/>
                </a:highlight>
                <a:latin typeface="Calibri" panose="020F0502020204030204" pitchFamily="34" charset="0"/>
                <a:cs typeface="Calibri" panose="020F0502020204030204" pitchFamily="34" charset="0"/>
              </a:rPr>
              <a:t>leadership may not be clear, especially with new or short-term projects</a:t>
            </a:r>
            <a:r>
              <a:rPr lang="en-US" sz="3000" dirty="0">
                <a:solidFill>
                  <a:prstClr val="black"/>
                </a:solidFill>
                <a:latin typeface="Calibri" panose="020F0502020204030204" pitchFamily="34" charset="0"/>
                <a:cs typeface="Calibri" panose="020F0502020204030204" pitchFamily="34" charset="0"/>
              </a:rPr>
              <a:t>. Clarify your role and the roles of others.</a:t>
            </a:r>
          </a:p>
          <a:p>
            <a:pPr marL="0" lvl="0" indent="0">
              <a:lnSpc>
                <a:spcPct val="100000"/>
              </a:lnSpc>
              <a:spcBef>
                <a:spcPts val="0"/>
              </a:spcBef>
              <a:buNone/>
              <a:defRPr/>
            </a:pPr>
            <a:endParaRPr lang="en-US" sz="3000" dirty="0">
              <a:solidFill>
                <a:prstClr val="black"/>
              </a:solidFill>
              <a:latin typeface="Calibri" panose="020F0502020204030204" pitchFamily="34" charset="0"/>
              <a:cs typeface="Calibri" panose="020F0502020204030204" pitchFamily="34" charset="0"/>
            </a:endParaRPr>
          </a:p>
          <a:p>
            <a:pPr marL="0" lvl="0" indent="0">
              <a:lnSpc>
                <a:spcPct val="100000"/>
              </a:lnSpc>
              <a:spcBef>
                <a:spcPts val="0"/>
              </a:spcBef>
              <a:buNone/>
              <a:defRPr/>
            </a:pPr>
            <a:r>
              <a:rPr lang="en-US" sz="3000" b="1" dirty="0">
                <a:solidFill>
                  <a:srgbClr val="FF0000"/>
                </a:solidFill>
                <a:latin typeface="Calibri" panose="020F0502020204030204" pitchFamily="34" charset="0"/>
                <a:cs typeface="Calibri" panose="020F0502020204030204" pitchFamily="34" charset="0"/>
              </a:rPr>
              <a:t>Beware</a:t>
            </a:r>
            <a:r>
              <a:rPr lang="en-US" sz="3000" dirty="0">
                <a:solidFill>
                  <a:prstClr val="black"/>
                </a:solidFill>
                <a:latin typeface="Calibri" panose="020F0502020204030204" pitchFamily="34" charset="0"/>
                <a:cs typeface="Calibri" panose="020F0502020204030204" pitchFamily="34" charset="0"/>
              </a:rPr>
              <a:t> of orders to “just work it out among yourselves.” Get decisions. </a:t>
            </a:r>
            <a:endParaRPr lang="en-US" sz="3000" dirty="0">
              <a:solidFill>
                <a:prstClr val="black">
                  <a:lumMod val="85000"/>
                  <a:lumOff val="15000"/>
                </a:prstClr>
              </a:solidFill>
            </a:endParaRPr>
          </a:p>
        </p:txBody>
      </p:sp>
      <p:pic>
        <p:nvPicPr>
          <p:cNvPr id="3" name="Picture 2">
            <a:extLst>
              <a:ext uri="{FF2B5EF4-FFF2-40B4-BE49-F238E27FC236}">
                <a16:creationId xmlns:a16="http://schemas.microsoft.com/office/drawing/2014/main" id="{E4EFDF6F-79FF-891B-DDED-BD94D82DBDA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0" y="1"/>
            <a:ext cx="694346" cy="555476"/>
          </a:xfrm>
          <a:prstGeom prst="rect">
            <a:avLst/>
          </a:prstGeom>
        </p:spPr>
      </p:pic>
    </p:spTree>
    <p:extLst>
      <p:ext uri="{BB962C8B-B14F-4D97-AF65-F5344CB8AC3E}">
        <p14:creationId xmlns:p14="http://schemas.microsoft.com/office/powerpoint/2010/main" val="4073564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fade">
                                      <p:cBhvr>
                                        <p:cTn id="12" dur="5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126522" y="251324"/>
            <a:ext cx="5242434" cy="1298961"/>
          </a:xfrm>
        </p:spPr>
        <p:txBody>
          <a:bodyPr>
            <a:normAutofit/>
          </a:bodyPr>
          <a:lstStyle/>
          <a:p>
            <a:r>
              <a:rPr lang="en-US" sz="4500" b="1" dirty="0">
                <a:solidFill>
                  <a:schemeClr val="tx1"/>
                </a:solidFill>
                <a:highlight>
                  <a:srgbClr val="FFFF00"/>
                </a:highlight>
                <a:latin typeface="Calibri" panose="020F0502020204030204"/>
              </a:rPr>
              <a:t>Q2</a:t>
            </a:r>
            <a:r>
              <a:rPr lang="en-US" sz="4500" b="1" dirty="0">
                <a:solidFill>
                  <a:schemeClr val="tx1"/>
                </a:solidFill>
                <a:latin typeface="Calibri" panose="020F0502020204030204"/>
              </a:rPr>
              <a:t>: What’s Your Role? </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315930" y="1550285"/>
            <a:ext cx="5053026" cy="5160908"/>
          </a:xfrm>
        </p:spPr>
        <p:txBody>
          <a:bodyPr>
            <a:normAutofit fontScale="85000" lnSpcReduction="20000"/>
          </a:bodyPr>
          <a:lstStyle/>
          <a:p>
            <a:pPr marL="0" indent="0">
              <a:lnSpc>
                <a:spcPct val="120000"/>
              </a:lnSpc>
              <a:spcBef>
                <a:spcPts val="0"/>
              </a:spcBef>
              <a:spcAft>
                <a:spcPts val="0"/>
              </a:spcAft>
              <a:buNone/>
            </a:pPr>
            <a:r>
              <a:rPr lang="en-US" sz="3200" dirty="0">
                <a:solidFill>
                  <a:schemeClr val="tx1"/>
                </a:solidFill>
                <a:latin typeface="Calibri" panose="020F0502020204030204" pitchFamily="34" charset="0"/>
                <a:cs typeface="Calibri" panose="020F0502020204030204" pitchFamily="34" charset="0"/>
              </a:rPr>
              <a:t>What’s the context of your role:</a:t>
            </a:r>
          </a:p>
          <a:p>
            <a:pPr marL="365760" indent="-457200">
              <a:lnSpc>
                <a:spcPct val="120000"/>
              </a:lnSpc>
              <a:spcBef>
                <a:spcPts val="0"/>
              </a:spcBef>
              <a:spcAft>
                <a:spcPts val="0"/>
              </a:spcAft>
              <a:buFont typeface="Wingdings" panose="05000000000000000000" pitchFamily="2" charset="2"/>
              <a:buChar char="§"/>
            </a:pPr>
            <a:r>
              <a:rPr lang="en-US" sz="3200" dirty="0">
                <a:solidFill>
                  <a:schemeClr val="tx1"/>
                </a:solidFill>
                <a:latin typeface="Calibri" panose="020F0502020204030204" pitchFamily="34" charset="0"/>
                <a:cs typeface="Calibri" panose="020F0502020204030204" pitchFamily="34" charset="0"/>
              </a:rPr>
              <a:t> In-house staff</a:t>
            </a:r>
            <a:br>
              <a:rPr lang="en-US" sz="3200" dirty="0">
                <a:solidFill>
                  <a:schemeClr val="tx1"/>
                </a:solidFill>
                <a:latin typeface="Calibri" panose="020F0502020204030204" pitchFamily="34" charset="0"/>
                <a:cs typeface="Calibri" panose="020F0502020204030204" pitchFamily="34" charset="0"/>
              </a:rPr>
            </a:br>
            <a:endParaRPr lang="en-US" sz="3200" dirty="0">
              <a:solidFill>
                <a:schemeClr val="tx1"/>
              </a:solidFill>
              <a:latin typeface="Calibri" panose="020F0502020204030204" pitchFamily="34" charset="0"/>
              <a:cs typeface="Calibri" panose="020F0502020204030204" pitchFamily="34" charset="0"/>
            </a:endParaRPr>
          </a:p>
          <a:p>
            <a:pPr marL="365760" indent="-457200">
              <a:lnSpc>
                <a:spcPct val="120000"/>
              </a:lnSpc>
              <a:spcBef>
                <a:spcPts val="0"/>
              </a:spcBef>
              <a:spcAft>
                <a:spcPts val="0"/>
              </a:spcAft>
              <a:buFont typeface="Wingdings" panose="05000000000000000000" pitchFamily="2" charset="2"/>
              <a:buChar char="§"/>
            </a:pPr>
            <a:r>
              <a:rPr lang="en-US" sz="3200" dirty="0">
                <a:solidFill>
                  <a:schemeClr val="tx1"/>
                </a:solidFill>
                <a:latin typeface="Calibri" panose="020F0502020204030204" pitchFamily="34" charset="0"/>
                <a:cs typeface="Calibri" panose="020F0502020204030204" pitchFamily="34" charset="0"/>
              </a:rPr>
              <a:t> Consultant staff</a:t>
            </a:r>
          </a:p>
          <a:p>
            <a:pPr marL="749808" lvl="2" indent="-457200">
              <a:lnSpc>
                <a:spcPct val="120000"/>
              </a:lnSpc>
              <a:spcBef>
                <a:spcPts val="0"/>
              </a:spcBef>
              <a:buFont typeface="Courier New" panose="02070309020205020404" pitchFamily="49" charset="0"/>
              <a:buChar char="o"/>
            </a:pPr>
            <a:r>
              <a:rPr lang="en-US" sz="2600" dirty="0">
                <a:solidFill>
                  <a:schemeClr val="tx1"/>
                </a:solidFill>
                <a:latin typeface="Calibri" panose="020F0502020204030204" pitchFamily="34" charset="0"/>
                <a:cs typeface="Calibri" panose="020F0502020204030204" pitchFamily="34" charset="0"/>
              </a:rPr>
              <a:t>Main contractor</a:t>
            </a:r>
          </a:p>
          <a:p>
            <a:pPr marL="749808" lvl="2" indent="-457200">
              <a:lnSpc>
                <a:spcPct val="120000"/>
              </a:lnSpc>
              <a:spcBef>
                <a:spcPts val="0"/>
              </a:spcBef>
              <a:buFont typeface="Courier New" panose="02070309020205020404" pitchFamily="49" charset="0"/>
              <a:buChar char="o"/>
            </a:pPr>
            <a:r>
              <a:rPr lang="en-US" sz="2600" dirty="0">
                <a:solidFill>
                  <a:schemeClr val="tx1"/>
                </a:solidFill>
                <a:latin typeface="Calibri" panose="020F0502020204030204" pitchFamily="34" charset="0"/>
                <a:cs typeface="Calibri" panose="020F0502020204030204" pitchFamily="34" charset="0"/>
              </a:rPr>
              <a:t>Sub contractor</a:t>
            </a:r>
            <a:br>
              <a:rPr lang="en-US" sz="2600" dirty="0">
                <a:solidFill>
                  <a:schemeClr val="tx1"/>
                </a:solidFill>
                <a:latin typeface="Calibri" panose="020F0502020204030204" pitchFamily="34" charset="0"/>
                <a:cs typeface="Calibri" panose="020F0502020204030204" pitchFamily="34" charset="0"/>
              </a:rPr>
            </a:br>
            <a:endParaRPr lang="en-US" sz="2600" dirty="0">
              <a:solidFill>
                <a:schemeClr val="tx1"/>
              </a:solidFill>
              <a:latin typeface="Calibri" panose="020F0502020204030204" pitchFamily="34" charset="0"/>
              <a:cs typeface="Calibri" panose="020F0502020204030204" pitchFamily="34" charset="0"/>
            </a:endParaRPr>
          </a:p>
          <a:p>
            <a:pPr marL="365760" indent="-457200">
              <a:lnSpc>
                <a:spcPct val="120000"/>
              </a:lnSpc>
              <a:spcBef>
                <a:spcPts val="0"/>
              </a:spcBef>
              <a:spcAft>
                <a:spcPts val="0"/>
              </a:spcAft>
              <a:buFont typeface="Wingdings" panose="05000000000000000000" pitchFamily="2" charset="2"/>
              <a:buChar char="§"/>
            </a:pPr>
            <a:r>
              <a:rPr lang="en-US" sz="3200" dirty="0">
                <a:solidFill>
                  <a:schemeClr val="tx1"/>
                </a:solidFill>
                <a:latin typeface="Calibri" panose="020F0502020204030204" pitchFamily="34" charset="0"/>
                <a:cs typeface="Calibri" panose="020F0502020204030204" pitchFamily="34" charset="0"/>
              </a:rPr>
              <a:t> Support </a:t>
            </a:r>
            <a:br>
              <a:rPr lang="en-US" sz="3200" dirty="0">
                <a:solidFill>
                  <a:schemeClr val="tx1"/>
                </a:solidFill>
                <a:latin typeface="Calibri" panose="020F0502020204030204" pitchFamily="34" charset="0"/>
                <a:cs typeface="Calibri" panose="020F0502020204030204" pitchFamily="34" charset="0"/>
              </a:rPr>
            </a:br>
            <a:endParaRPr lang="en-US" sz="3200" dirty="0">
              <a:solidFill>
                <a:schemeClr val="tx1"/>
              </a:solidFill>
              <a:latin typeface="Calibri" panose="020F0502020204030204" pitchFamily="34" charset="0"/>
              <a:cs typeface="Calibri" panose="020F0502020204030204" pitchFamily="34" charset="0"/>
            </a:endParaRPr>
          </a:p>
          <a:p>
            <a:pPr marL="365760" indent="-457200">
              <a:lnSpc>
                <a:spcPct val="120000"/>
              </a:lnSpc>
              <a:spcBef>
                <a:spcPts val="0"/>
              </a:spcBef>
              <a:spcAft>
                <a:spcPts val="0"/>
              </a:spcAft>
              <a:buFont typeface="Wingdings" panose="05000000000000000000" pitchFamily="2" charset="2"/>
              <a:buChar char="§"/>
            </a:pPr>
            <a:r>
              <a:rPr lang="en-US" sz="3200" dirty="0">
                <a:solidFill>
                  <a:schemeClr val="tx1"/>
                </a:solidFill>
                <a:latin typeface="Calibri" panose="020F0502020204030204" pitchFamily="34" charset="0"/>
                <a:cs typeface="Calibri" panose="020F0502020204030204" pitchFamily="34" charset="0"/>
              </a:rPr>
              <a:t> Stakeholder</a:t>
            </a:r>
          </a:p>
          <a:p>
            <a:pPr marL="749808" lvl="2" indent="-457200">
              <a:lnSpc>
                <a:spcPct val="120000"/>
              </a:lnSpc>
              <a:spcBef>
                <a:spcPts val="0"/>
              </a:spcBef>
              <a:spcAft>
                <a:spcPts val="0"/>
              </a:spcAft>
              <a:buFont typeface="Courier New" panose="02070309020205020404" pitchFamily="49" charset="0"/>
              <a:buChar char="o"/>
            </a:pPr>
            <a:r>
              <a:rPr lang="en-US" sz="2600" dirty="0">
                <a:solidFill>
                  <a:schemeClr val="tx1"/>
                </a:solidFill>
                <a:latin typeface="Calibri" panose="020F0502020204030204" pitchFamily="34" charset="0"/>
                <a:cs typeface="Calibri" panose="020F0502020204030204" pitchFamily="34" charset="0"/>
              </a:rPr>
              <a:t>Agency representative</a:t>
            </a:r>
          </a:p>
          <a:p>
            <a:pPr marL="749808" lvl="2" indent="-457200">
              <a:lnSpc>
                <a:spcPct val="120000"/>
              </a:lnSpc>
              <a:spcBef>
                <a:spcPts val="0"/>
              </a:spcBef>
              <a:spcAft>
                <a:spcPts val="0"/>
              </a:spcAft>
              <a:buFont typeface="Courier New" panose="02070309020205020404" pitchFamily="49" charset="0"/>
              <a:buChar char="o"/>
            </a:pPr>
            <a:r>
              <a:rPr lang="en-US" sz="2600" dirty="0">
                <a:solidFill>
                  <a:schemeClr val="tx1"/>
                </a:solidFill>
                <a:latin typeface="Calibri" panose="020F0502020204030204" pitchFamily="34" charset="0"/>
                <a:cs typeface="Calibri" panose="020F0502020204030204" pitchFamily="34" charset="0"/>
              </a:rPr>
              <a:t>Usual Suspect</a:t>
            </a:r>
          </a:p>
          <a:p>
            <a:pPr marL="749808" lvl="2" indent="-457200">
              <a:lnSpc>
                <a:spcPct val="120000"/>
              </a:lnSpc>
              <a:spcBef>
                <a:spcPts val="0"/>
              </a:spcBef>
              <a:spcAft>
                <a:spcPts val="0"/>
              </a:spcAft>
              <a:buFont typeface="Courier New" panose="02070309020205020404" pitchFamily="49" charset="0"/>
              <a:buChar char="o"/>
            </a:pPr>
            <a:r>
              <a:rPr lang="en-US" sz="2600" dirty="0">
                <a:solidFill>
                  <a:schemeClr val="tx1"/>
                </a:solidFill>
                <a:latin typeface="Calibri" panose="020F0502020204030204" pitchFamily="34" charset="0"/>
                <a:cs typeface="Calibri" panose="020F0502020204030204" pitchFamily="34" charset="0"/>
              </a:rPr>
              <a:t>Local do-gooder</a:t>
            </a:r>
          </a:p>
          <a:p>
            <a:pPr marL="0" indent="0">
              <a:lnSpc>
                <a:spcPct val="100000"/>
              </a:lnSpc>
              <a:spcBef>
                <a:spcPts val="0"/>
              </a:spcBef>
              <a:spcAft>
                <a:spcPts val="0"/>
              </a:spcAft>
              <a:buNone/>
            </a:pPr>
            <a:endParaRPr lang="en-US" sz="3200" dirty="0"/>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4100" name="Picture 4" descr="Young man working with boss or older employee in the office.">
            <a:extLst>
              <a:ext uri="{FF2B5EF4-FFF2-40B4-BE49-F238E27FC236}">
                <a16:creationId xmlns:a16="http://schemas.microsoft.com/office/drawing/2014/main" id="{4419F347-BFE9-4952-AAF6-AD3397DFC9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72175" y="0"/>
            <a:ext cx="6219825"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276605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D981390-8D60-8347-9597-FC220BF33BBC}"/>
              </a:ext>
            </a:extLst>
          </p:cNvPr>
          <p:cNvSpPr>
            <a:spLocks noGrp="1"/>
          </p:cNvSpPr>
          <p:nvPr>
            <p:ph idx="1"/>
          </p:nvPr>
        </p:nvSpPr>
        <p:spPr/>
        <p:txBody>
          <a:bodyPr/>
          <a:lstStyle/>
          <a:p>
            <a:endParaRPr lang="en-US"/>
          </a:p>
        </p:txBody>
      </p:sp>
      <p:pic>
        <p:nvPicPr>
          <p:cNvPr id="3074" name="Picture 2" descr="Hands Up">
            <a:extLst>
              <a:ext uri="{FF2B5EF4-FFF2-40B4-BE49-F238E27FC236}">
                <a16:creationId xmlns:a16="http://schemas.microsoft.com/office/drawing/2014/main" id="{5354E26B-44ED-C95A-1A52-5D1DF0A0C3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5165" y="-1"/>
            <a:ext cx="1268233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Title 1">
            <a:extLst>
              <a:ext uri="{FF2B5EF4-FFF2-40B4-BE49-F238E27FC236}">
                <a16:creationId xmlns:a16="http://schemas.microsoft.com/office/drawing/2014/main" id="{91426E42-716D-9B1C-216C-E43B15DF6861}"/>
              </a:ext>
            </a:extLst>
          </p:cNvPr>
          <p:cNvSpPr txBox="1">
            <a:spLocks/>
          </p:cNvSpPr>
          <p:nvPr/>
        </p:nvSpPr>
        <p:spPr>
          <a:xfrm>
            <a:off x="4941818" y="242887"/>
            <a:ext cx="6869181" cy="3604593"/>
          </a:xfrm>
          <a:prstGeom prst="rect">
            <a:avLst/>
          </a:prstGeom>
        </p:spPr>
        <p:txBody>
          <a:bodyPr vert="horz" lIns="91440" tIns="45720" rIns="91440" bIns="45720" rtlCol="0" anchor="t">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4500" b="1" i="0" u="none" strike="noStrike" kern="1200" cap="none" spc="0" normalizeH="0" baseline="0" noProof="0" dirty="0">
                <a:ln>
                  <a:noFill/>
                </a:ln>
                <a:solidFill>
                  <a:prstClr val="black"/>
                </a:solidFill>
                <a:effectLst/>
                <a:uLnTx/>
                <a:uFillTx/>
                <a:latin typeface="Calibri" panose="020F0502020204030204"/>
                <a:ea typeface="+mj-ea"/>
                <a:cs typeface="+mj-cs"/>
              </a:rPr>
              <a:t>Why can it be a problem when a boss has a steady stream of suggestions to the PM after the project starts?</a:t>
            </a:r>
            <a:endParaRPr kumimoji="0" lang="en-US" sz="4500" b="1" i="0" u="none" strike="noStrike" kern="1200" cap="none" spc="0" normalizeH="0" baseline="0" noProof="0" dirty="0">
              <a:ln>
                <a:noFill/>
              </a:ln>
              <a:solidFill>
                <a:prstClr val="black"/>
              </a:solidFill>
              <a:effectLst/>
              <a:uLnTx/>
              <a:uFillTx/>
              <a:latin typeface="Calibri" panose="020F0502020204030204"/>
              <a:ea typeface="Meiryo" panose="020B0604030504040204" pitchFamily="34" charset="-128"/>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3500" b="1" i="0" u="none" strike="noStrike" kern="1200" cap="none" spc="0" normalizeH="0" baseline="0" noProof="0" dirty="0">
              <a:ln>
                <a:noFill/>
              </a:ln>
              <a:solidFill>
                <a:prstClr val="black"/>
              </a:solidFill>
              <a:effectLst/>
              <a:uLnTx/>
              <a:uFillTx/>
              <a:latin typeface="Meiryo" panose="020B0604030504040204" pitchFamily="34" charset="-128"/>
              <a:ea typeface="Meiryo" panose="020B0604030504040204" pitchFamily="34" charset="-128"/>
              <a:cs typeface="+mj-cs"/>
            </a:endParaRPr>
          </a:p>
        </p:txBody>
      </p:sp>
    </p:spTree>
    <p:extLst>
      <p:ext uri="{BB962C8B-B14F-4D97-AF65-F5344CB8AC3E}">
        <p14:creationId xmlns:p14="http://schemas.microsoft.com/office/powerpoint/2010/main" val="86590898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6E14E2-5879-2A25-3DDE-04CC252D71B3}"/>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9613DE-F5E0-9835-6B86-294FB4AABAFA}"/>
              </a:ext>
            </a:extLst>
          </p:cNvPr>
          <p:cNvSpPr>
            <a:spLocks noGrp="1"/>
          </p:cNvSpPr>
          <p:nvPr>
            <p:ph idx="1"/>
          </p:nvPr>
        </p:nvSpPr>
        <p:spPr/>
        <p:txBody>
          <a:bodyPr/>
          <a:lstStyle/>
          <a:p>
            <a:endParaRPr lang="en-US"/>
          </a:p>
        </p:txBody>
      </p:sp>
      <p:pic>
        <p:nvPicPr>
          <p:cNvPr id="3074" name="Picture 2" descr="Hands Up">
            <a:extLst>
              <a:ext uri="{FF2B5EF4-FFF2-40B4-BE49-F238E27FC236}">
                <a16:creationId xmlns:a16="http://schemas.microsoft.com/office/drawing/2014/main" id="{9937406C-1FA4-6CF6-0067-97D0D2B38D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5165" y="-1"/>
            <a:ext cx="1268233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Title 1">
            <a:extLst>
              <a:ext uri="{FF2B5EF4-FFF2-40B4-BE49-F238E27FC236}">
                <a16:creationId xmlns:a16="http://schemas.microsoft.com/office/drawing/2014/main" id="{BB376157-2264-A23C-CC42-AA77EF187462}"/>
              </a:ext>
            </a:extLst>
          </p:cNvPr>
          <p:cNvSpPr txBox="1">
            <a:spLocks/>
          </p:cNvSpPr>
          <p:nvPr/>
        </p:nvSpPr>
        <p:spPr>
          <a:xfrm>
            <a:off x="4941818" y="242887"/>
            <a:ext cx="6869181" cy="3604593"/>
          </a:xfrm>
          <a:prstGeom prst="rect">
            <a:avLst/>
          </a:prstGeom>
        </p:spPr>
        <p:txBody>
          <a:bodyPr vert="horz" lIns="91440" tIns="45720" rIns="91440" bIns="45720" rtlCol="0" anchor="t">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4500" b="1" i="0" u="none" strike="noStrike" kern="1200" cap="none" spc="0" normalizeH="0" baseline="0" noProof="0" dirty="0">
                <a:ln>
                  <a:noFill/>
                </a:ln>
                <a:solidFill>
                  <a:prstClr val="black"/>
                </a:solidFill>
                <a:effectLst/>
                <a:uLnTx/>
                <a:uFillTx/>
                <a:latin typeface="Calibri" panose="020F0502020204030204"/>
                <a:ea typeface="+mj-ea"/>
                <a:cs typeface="+mj-cs"/>
              </a:rPr>
              <a:t>Why can it be a problem when a boss has a steady stream of suggestions to the PM after the project starts?</a:t>
            </a:r>
            <a:endParaRPr kumimoji="0" lang="en-US" sz="4500" b="1" i="0" u="none" strike="noStrike" kern="1200" cap="none" spc="0" normalizeH="0" baseline="0" noProof="0" dirty="0">
              <a:ln>
                <a:noFill/>
              </a:ln>
              <a:solidFill>
                <a:prstClr val="black"/>
              </a:solidFill>
              <a:effectLst/>
              <a:uLnTx/>
              <a:uFillTx/>
              <a:latin typeface="Calibri" panose="020F0502020204030204"/>
              <a:ea typeface="Meiryo" panose="020B0604030504040204" pitchFamily="34" charset="-128"/>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3500" b="1" i="0" u="none" strike="noStrike" kern="1200" cap="none" spc="0" normalizeH="0" baseline="0" noProof="0" dirty="0">
              <a:ln>
                <a:noFill/>
              </a:ln>
              <a:solidFill>
                <a:prstClr val="black"/>
              </a:solidFill>
              <a:effectLst/>
              <a:uLnTx/>
              <a:uFillTx/>
              <a:latin typeface="Meiryo" panose="020B0604030504040204" pitchFamily="34" charset="-128"/>
              <a:ea typeface="Meiryo" panose="020B0604030504040204" pitchFamily="34" charset="-128"/>
              <a:cs typeface="+mj-cs"/>
            </a:endParaRPr>
          </a:p>
        </p:txBody>
      </p:sp>
    </p:spTree>
    <p:extLst>
      <p:ext uri="{BB962C8B-B14F-4D97-AF65-F5344CB8AC3E}">
        <p14:creationId xmlns:p14="http://schemas.microsoft.com/office/powerpoint/2010/main" val="171844659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accent6">
            <a:lumMod val="40000"/>
            <a:lumOff val="60000"/>
          </a:schemeClr>
        </a:solidFill>
        <a:effectLst/>
      </p:bgPr>
    </p:bg>
    <p:spTree>
      <p:nvGrpSpPr>
        <p:cNvPr id="1" name="">
          <a:extLst>
            <a:ext uri="{FF2B5EF4-FFF2-40B4-BE49-F238E27FC236}">
              <a16:creationId xmlns:a16="http://schemas.microsoft.com/office/drawing/2014/main" id="{ADECA7C7-317C-E8EA-0DEC-DAA8D6569FAA}"/>
            </a:ext>
          </a:extLst>
        </p:cNvPr>
        <p:cNvGrpSpPr/>
        <p:nvPr/>
      </p:nvGrpSpPr>
      <p:grpSpPr>
        <a:xfrm>
          <a:off x="0" y="0"/>
          <a:ext cx="0" cy="0"/>
          <a:chOff x="0" y="0"/>
          <a:chExt cx="0" cy="0"/>
        </a:xfrm>
      </p:grpSpPr>
      <p:pic>
        <p:nvPicPr>
          <p:cNvPr id="2060" name="Picture 12" descr="Learning Labs • Training and Development • scitrain">
            <a:extLst>
              <a:ext uri="{FF2B5EF4-FFF2-40B4-BE49-F238E27FC236}">
                <a16:creationId xmlns:a16="http://schemas.microsoft.com/office/drawing/2014/main" id="{790FF477-CB1A-80A6-614F-C07F7E5E6F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94722">
            <a:off x="10971376" y="-13531"/>
            <a:ext cx="1219200" cy="121920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3">
            <a:extLst>
              <a:ext uri="{FF2B5EF4-FFF2-40B4-BE49-F238E27FC236}">
                <a16:creationId xmlns:a16="http://schemas.microsoft.com/office/drawing/2014/main" id="{8EC2454A-250B-CA50-6A04-0616D9537764}"/>
              </a:ext>
            </a:extLst>
          </p:cNvPr>
          <p:cNvSpPr txBox="1">
            <a:spLocks/>
          </p:cNvSpPr>
          <p:nvPr/>
        </p:nvSpPr>
        <p:spPr>
          <a:xfrm>
            <a:off x="1298276" y="596069"/>
            <a:ext cx="10893724" cy="5665862"/>
          </a:xfrm>
          <a:prstGeom prst="rect">
            <a:avLst/>
          </a:prstGeom>
        </p:spPr>
        <p:txBody>
          <a:bodyPr>
            <a:noAutofit/>
          </a:bodyPr>
          <a:lst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4500" b="0" i="0" u="none" strike="noStrike" kern="1200" cap="none" spc="0" normalizeH="0" baseline="0" noProof="0" dirty="0">
              <a:ln>
                <a:noFill/>
              </a:ln>
              <a:solidFill>
                <a:srgbClr val="000000"/>
              </a:solidFill>
              <a:effectLst/>
              <a:uLnTx/>
              <a:uFillTx/>
              <a:latin typeface="Calibri" panose="020F0502020204030204" pitchFamily="34" charset="0"/>
              <a:ea typeface="+mj-ea"/>
              <a:cs typeface="Calibri" panose="020F0502020204030204" pitchFamily="34" charset="0"/>
            </a:endParaRPr>
          </a:p>
        </p:txBody>
      </p:sp>
      <p:sp>
        <p:nvSpPr>
          <p:cNvPr id="5" name="TextBox 4">
            <a:extLst>
              <a:ext uri="{FF2B5EF4-FFF2-40B4-BE49-F238E27FC236}">
                <a16:creationId xmlns:a16="http://schemas.microsoft.com/office/drawing/2014/main" id="{FF022899-8414-0354-A830-A2C62ECE16CE}"/>
              </a:ext>
            </a:extLst>
          </p:cNvPr>
          <p:cNvSpPr txBox="1"/>
          <p:nvPr/>
        </p:nvSpPr>
        <p:spPr>
          <a:xfrm>
            <a:off x="552449" y="717847"/>
            <a:ext cx="11001375" cy="4401205"/>
          </a:xfrm>
          <a:prstGeom prst="rect">
            <a:avLst/>
          </a:prstGeom>
          <a:noFill/>
        </p:spPr>
        <p:txBody>
          <a:bodyPr wrap="square">
            <a:spAutoFit/>
          </a:bodyPr>
          <a:lstStyle/>
          <a:p>
            <a:pPr lvl="0">
              <a:defRPr/>
            </a:pPr>
            <a:r>
              <a:rPr lang="en-US" sz="4000" dirty="0">
                <a:solidFill>
                  <a:prstClr val="black"/>
                </a:solidFill>
                <a:latin typeface="Calibri" panose="020F0502020204030204" pitchFamily="34" charset="0"/>
                <a:ea typeface="Meiryo" panose="020B0604030504040204" pitchFamily="34" charset="-128"/>
                <a:cs typeface="Calibri" panose="020F0502020204030204" pitchFamily="34" charset="0"/>
              </a:rPr>
              <a:t>As we’ll see, the time for all those suggestions is </a:t>
            </a:r>
            <a:r>
              <a:rPr lang="en-US" sz="4000" b="1" dirty="0">
                <a:solidFill>
                  <a:prstClr val="black"/>
                </a:solidFill>
                <a:latin typeface="Calibri" panose="020F0502020204030204" pitchFamily="34" charset="0"/>
                <a:ea typeface="Meiryo" panose="020B0604030504040204" pitchFamily="34" charset="-128"/>
                <a:cs typeface="Calibri" panose="020F0502020204030204" pitchFamily="34" charset="0"/>
              </a:rPr>
              <a:t>before</a:t>
            </a:r>
            <a:r>
              <a:rPr lang="en-US" sz="4000" dirty="0">
                <a:solidFill>
                  <a:prstClr val="black"/>
                </a:solidFill>
                <a:latin typeface="Calibri" panose="020F0502020204030204" pitchFamily="34" charset="0"/>
                <a:ea typeface="Meiryo" panose="020B0604030504040204" pitchFamily="34" charset="-128"/>
                <a:cs typeface="Calibri" panose="020F0502020204030204" pitchFamily="34" charset="0"/>
              </a:rPr>
              <a:t> the work begins – when putting together the scope of work - and not when the project is humming along.</a:t>
            </a:r>
          </a:p>
          <a:p>
            <a:pPr lvl="0">
              <a:defRPr/>
            </a:pPr>
            <a:endParaRPr lang="en-US" sz="4000" dirty="0">
              <a:solidFill>
                <a:prstClr val="black"/>
              </a:solidFill>
              <a:latin typeface="Calibri" panose="020F0502020204030204" pitchFamily="34" charset="0"/>
              <a:ea typeface="Meiryo" panose="020B0604030504040204" pitchFamily="34" charset="-128"/>
              <a:cs typeface="Calibri" panose="020F0502020204030204" pitchFamily="34" charset="0"/>
            </a:endParaRPr>
          </a:p>
          <a:p>
            <a:pPr lvl="0">
              <a:defRPr/>
            </a:pPr>
            <a:r>
              <a:rPr lang="en-US" sz="4000" dirty="0">
                <a:solidFill>
                  <a:prstClr val="black"/>
                </a:solidFill>
                <a:latin typeface="Calibri" panose="020F0502020204030204" pitchFamily="34" charset="0"/>
                <a:ea typeface="Meiryo" panose="020B0604030504040204" pitchFamily="34" charset="-128"/>
                <a:cs typeface="Calibri" panose="020F0502020204030204" pitchFamily="34" charset="0"/>
              </a:rPr>
              <a:t>Otherwise, the suggestions fall into the dangerous category of ‘micro-managing.’</a:t>
            </a:r>
          </a:p>
        </p:txBody>
      </p:sp>
    </p:spTree>
    <p:extLst>
      <p:ext uri="{BB962C8B-B14F-4D97-AF65-F5344CB8AC3E}">
        <p14:creationId xmlns:p14="http://schemas.microsoft.com/office/powerpoint/2010/main" val="576001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48818" y="226503"/>
            <a:ext cx="5282181" cy="1658198"/>
          </a:xfrm>
        </p:spPr>
        <p:txBody>
          <a:bodyPr>
            <a:normAutofit/>
          </a:bodyPr>
          <a:lstStyle/>
          <a:p>
            <a:pPr>
              <a:lnSpc>
                <a:spcPct val="100000"/>
              </a:lnSpc>
            </a:pPr>
            <a:r>
              <a:rPr lang="en-US" sz="4500" b="1" dirty="0">
                <a:solidFill>
                  <a:schemeClr val="tx1"/>
                </a:solidFill>
                <a:highlight>
                  <a:srgbClr val="FFFF00"/>
                </a:highlight>
                <a:latin typeface="Calibri" panose="020F0502020204030204"/>
              </a:rPr>
              <a:t>Q3</a:t>
            </a:r>
            <a:r>
              <a:rPr lang="en-US" sz="4500" b="1" dirty="0">
                <a:solidFill>
                  <a:schemeClr val="tx1"/>
                </a:solidFill>
                <a:latin typeface="Calibri" panose="020F0502020204030204"/>
              </a:rPr>
              <a:t>: How Much </a:t>
            </a:r>
            <a:br>
              <a:rPr lang="en-US" sz="4500" b="1" dirty="0">
                <a:solidFill>
                  <a:schemeClr val="tx1"/>
                </a:solidFill>
                <a:latin typeface="Calibri" panose="020F0502020204030204"/>
              </a:rPr>
            </a:br>
            <a:r>
              <a:rPr lang="en-US" sz="4500" b="1" dirty="0">
                <a:solidFill>
                  <a:schemeClr val="tx1"/>
                </a:solidFill>
                <a:latin typeface="Calibri" panose="020F0502020204030204"/>
              </a:rPr>
              <a:t>Juice Do You Have?</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248818" y="2231471"/>
            <a:ext cx="5489195" cy="3867325"/>
          </a:xfrm>
        </p:spPr>
        <p:txBody>
          <a:bodyPr>
            <a:normAutofit/>
          </a:bodyPr>
          <a:lstStyle/>
          <a:p>
            <a:pPr marL="0" indent="0">
              <a:lnSpc>
                <a:spcPct val="100000"/>
              </a:lnSpc>
              <a:spcBef>
                <a:spcPts val="0"/>
              </a:spcBef>
              <a:spcAft>
                <a:spcPts val="0"/>
              </a:spcAft>
              <a:buNone/>
            </a:pPr>
            <a:r>
              <a:rPr lang="en-US" sz="3000" dirty="0">
                <a:solidFill>
                  <a:schemeClr val="tx1"/>
                </a:solidFill>
                <a:latin typeface="Calibri" panose="020F0502020204030204" pitchFamily="34" charset="0"/>
                <a:cs typeface="Calibri" panose="020F0502020204030204" pitchFamily="34" charset="0"/>
              </a:rPr>
              <a:t>Although you’re working for a client or customer, someone must be in charge of calling the overall and the day-to-day shots for the project. That role belongs to the PM.</a:t>
            </a:r>
          </a:p>
          <a:p>
            <a:pPr marL="0" indent="0">
              <a:lnSpc>
                <a:spcPct val="100000"/>
              </a:lnSpc>
              <a:spcBef>
                <a:spcPts val="0"/>
              </a:spcBef>
              <a:spcAft>
                <a:spcPts val="0"/>
              </a:spcAft>
              <a:buNone/>
            </a:pPr>
            <a:endParaRPr lang="en-US" sz="3000" dirty="0">
              <a:solidFill>
                <a:schemeClr val="tx1"/>
              </a:solidFill>
              <a:latin typeface="Calibri" panose="020F0502020204030204" pitchFamily="34" charset="0"/>
              <a:cs typeface="Calibri" panose="020F0502020204030204" pitchFamily="34" charset="0"/>
            </a:endParaRPr>
          </a:p>
          <a:p>
            <a:pPr marL="0" indent="0">
              <a:lnSpc>
                <a:spcPct val="100000"/>
              </a:lnSpc>
              <a:spcBef>
                <a:spcPts val="0"/>
              </a:spcBef>
              <a:buNone/>
            </a:pPr>
            <a:r>
              <a:rPr lang="en-US" sz="3000" b="1" dirty="0">
                <a:solidFill>
                  <a:srgbClr val="FF0000"/>
                </a:solidFill>
                <a:latin typeface="Calibri" panose="020F0502020204030204" pitchFamily="34" charset="0"/>
                <a:cs typeface="Calibri" panose="020F0502020204030204" pitchFamily="34" charset="0"/>
              </a:rPr>
              <a:t>Beware</a:t>
            </a:r>
            <a:r>
              <a:rPr lang="en-US" sz="3000" dirty="0">
                <a:solidFill>
                  <a:schemeClr val="tx1"/>
                </a:solidFill>
                <a:latin typeface="Calibri" panose="020F0502020204030204" pitchFamily="34" charset="0"/>
                <a:cs typeface="Calibri" panose="020F0502020204030204" pitchFamily="34" charset="0"/>
              </a:rPr>
              <a:t> of micro-management. </a:t>
            </a:r>
            <a:endParaRPr lang="en-US" sz="3000" dirty="0"/>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1026" name="Picture 2" descr="See the source image">
            <a:extLst>
              <a:ext uri="{FF2B5EF4-FFF2-40B4-BE49-F238E27FC236}">
                <a16:creationId xmlns:a16="http://schemas.microsoft.com/office/drawing/2014/main" id="{E736F30C-4189-4EAA-B0CD-E4AEB02A22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8128" y="0"/>
            <a:ext cx="6193871"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886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48818" y="602518"/>
            <a:ext cx="5282181" cy="1658198"/>
          </a:xfrm>
        </p:spPr>
        <p:txBody>
          <a:bodyPr>
            <a:normAutofit/>
          </a:bodyPr>
          <a:lstStyle/>
          <a:p>
            <a:pPr>
              <a:lnSpc>
                <a:spcPct val="100000"/>
              </a:lnSpc>
            </a:pPr>
            <a:r>
              <a:rPr lang="en-US" sz="4500" b="1" dirty="0">
                <a:solidFill>
                  <a:schemeClr val="tx1"/>
                </a:solidFill>
                <a:highlight>
                  <a:srgbClr val="FFFF00"/>
                </a:highlight>
                <a:latin typeface="Calibri" panose="020F0502020204030204"/>
              </a:rPr>
              <a:t>Q3</a:t>
            </a:r>
            <a:r>
              <a:rPr lang="en-US" sz="4500" b="1" dirty="0">
                <a:solidFill>
                  <a:schemeClr val="tx1"/>
                </a:solidFill>
                <a:latin typeface="Calibri" panose="020F0502020204030204"/>
              </a:rPr>
              <a:t>: How Much </a:t>
            </a:r>
            <a:br>
              <a:rPr lang="en-US" sz="4500" b="1" dirty="0">
                <a:solidFill>
                  <a:schemeClr val="tx1"/>
                </a:solidFill>
                <a:latin typeface="Calibri" panose="020F0502020204030204"/>
              </a:rPr>
            </a:br>
            <a:r>
              <a:rPr lang="en-US" sz="4500" b="1" dirty="0">
                <a:solidFill>
                  <a:schemeClr val="tx1"/>
                </a:solidFill>
                <a:latin typeface="Calibri" panose="020F0502020204030204"/>
              </a:rPr>
              <a:t>Juice Do You Have?</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248818" y="2260715"/>
            <a:ext cx="5489195" cy="4370781"/>
          </a:xfrm>
        </p:spPr>
        <p:txBody>
          <a:bodyPr>
            <a:normAutofit fontScale="92500" lnSpcReduction="10000"/>
          </a:bodyPr>
          <a:lstStyle/>
          <a:p>
            <a:pPr marL="0" indent="0">
              <a:lnSpc>
                <a:spcPct val="110000"/>
              </a:lnSpc>
              <a:spcBef>
                <a:spcPts val="0"/>
              </a:spcBef>
              <a:spcAft>
                <a:spcPts val="0"/>
              </a:spcAft>
              <a:buNone/>
            </a:pPr>
            <a:r>
              <a:rPr lang="en-US" sz="3000" dirty="0">
                <a:solidFill>
                  <a:schemeClr val="tx1"/>
                </a:solidFill>
                <a:latin typeface="Calibri" panose="020F0502020204030204" pitchFamily="34" charset="0"/>
                <a:cs typeface="Calibri" panose="020F0502020204030204" pitchFamily="34" charset="0"/>
              </a:rPr>
              <a:t>Ask if you’re in charge of the:</a:t>
            </a:r>
          </a:p>
          <a:p>
            <a:pPr marL="365760" indent="-457200">
              <a:lnSpc>
                <a:spcPct val="11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Steering committee </a:t>
            </a:r>
          </a:p>
          <a:p>
            <a:pPr marL="365760" indent="-457200">
              <a:lnSpc>
                <a:spcPct val="11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 Planning process</a:t>
            </a:r>
          </a:p>
          <a:p>
            <a:pPr marL="365760" indent="-457200">
              <a:lnSpc>
                <a:spcPct val="11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 Budget </a:t>
            </a:r>
          </a:p>
          <a:p>
            <a:pPr marL="365760" indent="-457200">
              <a:lnSpc>
                <a:spcPct val="11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 Timeline</a:t>
            </a:r>
          </a:p>
          <a:p>
            <a:pPr marL="365760" indent="-457200">
              <a:lnSpc>
                <a:spcPct val="11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 Final recommendations</a:t>
            </a:r>
          </a:p>
          <a:p>
            <a:pPr marL="365760" indent="-457200">
              <a:lnSpc>
                <a:spcPct val="110000"/>
              </a:lnSpc>
              <a:spcBef>
                <a:spcPts val="0"/>
              </a:spcBef>
              <a:spcAft>
                <a:spcPts val="0"/>
              </a:spcAft>
              <a:buFont typeface="Wingdings" panose="05000000000000000000" pitchFamily="2" charset="2"/>
              <a:buChar char="§"/>
            </a:pPr>
            <a:r>
              <a:rPr lang="en-US" sz="3000" b="1" dirty="0">
                <a:solidFill>
                  <a:schemeClr val="tx1"/>
                </a:solidFill>
                <a:latin typeface="Calibri" panose="020F0502020204030204" pitchFamily="34" charset="0"/>
                <a:cs typeface="Calibri" panose="020F0502020204030204" pitchFamily="34" charset="0"/>
              </a:rPr>
              <a:t> </a:t>
            </a:r>
            <a:r>
              <a:rPr lang="en-US" sz="3000" dirty="0">
                <a:solidFill>
                  <a:schemeClr val="tx1"/>
                </a:solidFill>
                <a:latin typeface="Calibri" panose="020F0502020204030204" pitchFamily="34" charset="0"/>
                <a:cs typeface="Calibri" panose="020F0502020204030204" pitchFamily="34" charset="0"/>
              </a:rPr>
              <a:t>Political fall-out</a:t>
            </a:r>
          </a:p>
          <a:p>
            <a:pPr marL="0" indent="0">
              <a:lnSpc>
                <a:spcPct val="110000"/>
              </a:lnSpc>
              <a:spcBef>
                <a:spcPts val="0"/>
              </a:spcBef>
              <a:spcAft>
                <a:spcPts val="0"/>
              </a:spcAft>
              <a:buNone/>
            </a:pPr>
            <a:endParaRPr lang="en-US" sz="3000" b="1" dirty="0">
              <a:solidFill>
                <a:schemeClr val="tx1"/>
              </a:solidFill>
              <a:latin typeface="Calibri" panose="020F0502020204030204" pitchFamily="34" charset="0"/>
              <a:cs typeface="Calibri" panose="020F0502020204030204" pitchFamily="34" charset="0"/>
            </a:endParaRPr>
          </a:p>
          <a:p>
            <a:pPr marL="0" indent="0">
              <a:lnSpc>
                <a:spcPct val="110000"/>
              </a:lnSpc>
              <a:spcBef>
                <a:spcPts val="0"/>
              </a:spcBef>
              <a:spcAft>
                <a:spcPts val="0"/>
              </a:spcAft>
              <a:buNone/>
            </a:pPr>
            <a:r>
              <a:rPr lang="en-US" sz="3000" dirty="0">
                <a:solidFill>
                  <a:schemeClr val="tx1"/>
                </a:solidFill>
                <a:latin typeface="Calibri" panose="020F0502020204030204" pitchFamily="34" charset="0"/>
                <a:cs typeface="Calibri" panose="020F0502020204030204" pitchFamily="34" charset="0"/>
              </a:rPr>
              <a:t>If you’re not in charge of any of these things, you’re </a:t>
            </a:r>
            <a:r>
              <a:rPr lang="en-US" sz="3000" b="1" dirty="0">
                <a:solidFill>
                  <a:srgbClr val="FF0000"/>
                </a:solidFill>
                <a:latin typeface="Calibri" panose="020F0502020204030204" pitchFamily="34" charset="0"/>
                <a:cs typeface="Calibri" panose="020F0502020204030204" pitchFamily="34" charset="0"/>
              </a:rPr>
              <a:t>not</a:t>
            </a:r>
            <a:r>
              <a:rPr lang="en-US" sz="3000" dirty="0">
                <a:solidFill>
                  <a:schemeClr val="tx1"/>
                </a:solidFill>
                <a:latin typeface="Calibri" panose="020F0502020204030204" pitchFamily="34" charset="0"/>
                <a:cs typeface="Calibri" panose="020F0502020204030204" pitchFamily="34" charset="0"/>
              </a:rPr>
              <a:t> the PM.</a:t>
            </a: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1026" name="Picture 2" descr="See the source image">
            <a:extLst>
              <a:ext uri="{FF2B5EF4-FFF2-40B4-BE49-F238E27FC236}">
                <a16:creationId xmlns:a16="http://schemas.microsoft.com/office/drawing/2014/main" id="{E736F30C-4189-4EAA-B0CD-E4AEB02A22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8128" y="0"/>
            <a:ext cx="6193871"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9885620F-6027-6E74-B5B5-E50E590454F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0" y="1"/>
            <a:ext cx="694346" cy="555476"/>
          </a:xfrm>
          <a:prstGeom prst="rect">
            <a:avLst/>
          </a:prstGeom>
        </p:spPr>
      </p:pic>
    </p:spTree>
    <p:extLst>
      <p:ext uri="{BB962C8B-B14F-4D97-AF65-F5344CB8AC3E}">
        <p14:creationId xmlns:p14="http://schemas.microsoft.com/office/powerpoint/2010/main" val="7939508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8" end="8"/>
                                            </p:txEl>
                                          </p:spTgt>
                                        </p:tgtEl>
                                        <p:attrNameLst>
                                          <p:attrName>style.visibility</p:attrName>
                                        </p:attrNameLst>
                                      </p:cBhvr>
                                      <p:to>
                                        <p:strVal val="visible"/>
                                      </p:to>
                                    </p:set>
                                    <p:animEffect transition="in" filter="fade">
                                      <p:cBhvr>
                                        <p:cTn id="42" dur="500"/>
                                        <p:tgtEl>
                                          <p:spTgt spid="3">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555C22-6507-B06E-0528-A68DCD7FDA49}"/>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441345D-F351-C248-E81C-961ED559B9B0}"/>
              </a:ext>
            </a:extLst>
          </p:cNvPr>
          <p:cNvSpPr>
            <a:spLocks noGrp="1"/>
          </p:cNvSpPr>
          <p:nvPr>
            <p:ph idx="1"/>
          </p:nvPr>
        </p:nvSpPr>
        <p:spPr/>
        <p:txBody>
          <a:bodyPr/>
          <a:lstStyle/>
          <a:p>
            <a:endParaRPr lang="en-US"/>
          </a:p>
        </p:txBody>
      </p:sp>
      <p:pic>
        <p:nvPicPr>
          <p:cNvPr id="3074" name="Picture 2" descr="Hands Up">
            <a:extLst>
              <a:ext uri="{FF2B5EF4-FFF2-40B4-BE49-F238E27FC236}">
                <a16:creationId xmlns:a16="http://schemas.microsoft.com/office/drawing/2014/main" id="{F6F2D0A0-1856-EF5D-E7C1-7E493D2D567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5165" y="-1"/>
            <a:ext cx="1268233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Title 1">
            <a:extLst>
              <a:ext uri="{FF2B5EF4-FFF2-40B4-BE49-F238E27FC236}">
                <a16:creationId xmlns:a16="http://schemas.microsoft.com/office/drawing/2014/main" id="{5AAA3F42-78FE-BB2D-E43F-1F722329D6C6}"/>
              </a:ext>
            </a:extLst>
          </p:cNvPr>
          <p:cNvSpPr txBox="1">
            <a:spLocks/>
          </p:cNvSpPr>
          <p:nvPr/>
        </p:nvSpPr>
        <p:spPr>
          <a:xfrm>
            <a:off x="5141843" y="681037"/>
            <a:ext cx="6869181" cy="3604593"/>
          </a:xfrm>
          <a:prstGeom prst="rect">
            <a:avLst/>
          </a:prstGeom>
        </p:spPr>
        <p:txBody>
          <a:bodyPr vert="horz" lIns="91440" tIns="45720" rIns="91440" bIns="45720" rtlCol="0" anchor="t">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4500" b="1" i="0" u="none" strike="noStrike" kern="1200" cap="none" spc="0" normalizeH="0" baseline="0" noProof="0" dirty="0">
                <a:ln>
                  <a:noFill/>
                </a:ln>
                <a:solidFill>
                  <a:prstClr val="black"/>
                </a:solidFill>
                <a:effectLst/>
                <a:uLnTx/>
                <a:uFillTx/>
                <a:latin typeface="Calibri" panose="020F0502020204030204"/>
                <a:ea typeface="+mj-ea"/>
                <a:cs typeface="+mj-cs"/>
              </a:rPr>
              <a:t>Why do you need a local supporter, particularly if you’re working in a new community or department?</a:t>
            </a:r>
            <a:endParaRPr kumimoji="0" lang="en-US" sz="4500" b="1" i="0" u="none" strike="noStrike" kern="1200" cap="none" spc="0" normalizeH="0" baseline="0" noProof="0" dirty="0">
              <a:ln>
                <a:noFill/>
              </a:ln>
              <a:solidFill>
                <a:prstClr val="black"/>
              </a:solidFill>
              <a:effectLst/>
              <a:uLnTx/>
              <a:uFillTx/>
              <a:latin typeface="Calibri" panose="020F0502020204030204"/>
              <a:ea typeface="Meiryo" panose="020B0604030504040204" pitchFamily="34" charset="-128"/>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3500" b="1" i="0" u="none" strike="noStrike" kern="1200" cap="none" spc="0" normalizeH="0" baseline="0" noProof="0" dirty="0">
              <a:ln>
                <a:noFill/>
              </a:ln>
              <a:solidFill>
                <a:prstClr val="black"/>
              </a:solidFill>
              <a:effectLst/>
              <a:uLnTx/>
              <a:uFillTx/>
              <a:latin typeface="Meiryo" panose="020B0604030504040204" pitchFamily="34" charset="-128"/>
              <a:ea typeface="Meiryo" panose="020B0604030504040204" pitchFamily="34" charset="-128"/>
              <a:cs typeface="+mj-cs"/>
            </a:endParaRPr>
          </a:p>
        </p:txBody>
      </p:sp>
    </p:spTree>
    <p:extLst>
      <p:ext uri="{BB962C8B-B14F-4D97-AF65-F5344CB8AC3E}">
        <p14:creationId xmlns:p14="http://schemas.microsoft.com/office/powerpoint/2010/main" val="411771087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34893" y="88473"/>
            <a:ext cx="5637402" cy="1658198"/>
          </a:xfrm>
        </p:spPr>
        <p:txBody>
          <a:bodyPr>
            <a:normAutofit/>
          </a:bodyPr>
          <a:lstStyle/>
          <a:p>
            <a:r>
              <a:rPr lang="en-US" sz="4500" b="1" dirty="0">
                <a:solidFill>
                  <a:schemeClr val="tx1"/>
                </a:solidFill>
                <a:highlight>
                  <a:srgbClr val="FFFF00"/>
                </a:highlight>
                <a:latin typeface="Calibri" panose="020F0502020204030204"/>
              </a:rPr>
              <a:t>Q4</a:t>
            </a:r>
            <a:r>
              <a:rPr lang="en-US" sz="4500" b="1" dirty="0">
                <a:solidFill>
                  <a:schemeClr val="tx1"/>
                </a:solidFill>
                <a:latin typeface="Calibri" panose="020F0502020204030204"/>
              </a:rPr>
              <a:t>: Who is Your Patron?</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416597" y="1545906"/>
            <a:ext cx="5279353" cy="5051447"/>
          </a:xfrm>
        </p:spPr>
        <p:txBody>
          <a:bodyPr>
            <a:normAutofit fontScale="92500" lnSpcReduction="10000"/>
          </a:bodyPr>
          <a:lstStyle/>
          <a:p>
            <a:pPr marL="0" indent="0">
              <a:lnSpc>
                <a:spcPct val="110000"/>
              </a:lnSpc>
              <a:spcBef>
                <a:spcPts val="0"/>
              </a:spcBef>
              <a:spcAft>
                <a:spcPts val="0"/>
              </a:spcAft>
              <a:buNone/>
            </a:pPr>
            <a:r>
              <a:rPr lang="en-US" sz="3200" dirty="0">
                <a:solidFill>
                  <a:schemeClr val="tx1"/>
                </a:solidFill>
                <a:latin typeface="Calibri" panose="020F0502020204030204" pitchFamily="34" charset="0"/>
                <a:cs typeface="Calibri" panose="020F0502020204030204" pitchFamily="34" charset="0"/>
              </a:rPr>
              <a:t>A patron is a special guardian, protector or supporter of the project in general and the </a:t>
            </a:r>
            <a:r>
              <a:rPr lang="en-US" sz="3200" b="1" dirty="0">
                <a:solidFill>
                  <a:schemeClr val="tx1"/>
                </a:solidFill>
                <a:highlight>
                  <a:srgbClr val="FFFF00"/>
                </a:highlight>
                <a:latin typeface="Calibri" panose="020F0502020204030204" pitchFamily="34" charset="0"/>
                <a:cs typeface="Calibri" panose="020F0502020204030204" pitchFamily="34" charset="0"/>
              </a:rPr>
              <a:t>PM specifically</a:t>
            </a:r>
            <a:r>
              <a:rPr lang="en-US" sz="3200" dirty="0">
                <a:solidFill>
                  <a:schemeClr val="tx1"/>
                </a:solidFill>
                <a:latin typeface="Calibri" panose="020F0502020204030204" pitchFamily="34" charset="0"/>
                <a:cs typeface="Calibri" panose="020F0502020204030204" pitchFamily="34" charset="0"/>
              </a:rPr>
              <a:t>.</a:t>
            </a:r>
          </a:p>
          <a:p>
            <a:pPr marL="0" indent="0">
              <a:lnSpc>
                <a:spcPct val="110000"/>
              </a:lnSpc>
              <a:spcBef>
                <a:spcPts val="0"/>
              </a:spcBef>
              <a:spcAft>
                <a:spcPts val="0"/>
              </a:spcAft>
              <a:buNone/>
            </a:pPr>
            <a:endParaRPr lang="en-US" sz="3200" dirty="0">
              <a:solidFill>
                <a:schemeClr val="tx1"/>
              </a:solidFill>
              <a:latin typeface="Calibri" panose="020F0502020204030204" pitchFamily="34" charset="0"/>
              <a:cs typeface="Calibri" panose="020F0502020204030204" pitchFamily="34" charset="0"/>
            </a:endParaRPr>
          </a:p>
          <a:p>
            <a:pPr marL="0" indent="0">
              <a:lnSpc>
                <a:spcPct val="110000"/>
              </a:lnSpc>
              <a:spcBef>
                <a:spcPts val="0"/>
              </a:spcBef>
              <a:spcAft>
                <a:spcPts val="0"/>
              </a:spcAft>
              <a:buNone/>
            </a:pPr>
            <a:r>
              <a:rPr lang="en-US" sz="3200" dirty="0">
                <a:solidFill>
                  <a:schemeClr val="tx1"/>
                </a:solidFill>
                <a:latin typeface="Calibri" panose="020F0502020204030204" pitchFamily="34" charset="0"/>
                <a:cs typeface="Calibri" panose="020F0502020204030204" pitchFamily="34" charset="0"/>
              </a:rPr>
              <a:t>They could – and should – be the client, of course, but they might also be someone outside the project who can still provide special insights or influences.</a:t>
            </a:r>
            <a:endParaRPr lang="en-US" sz="3600" dirty="0">
              <a:solidFill>
                <a:schemeClr val="tx1"/>
              </a:solidFill>
              <a:latin typeface="Calibri" panose="020F0502020204030204" pitchFamily="34" charset="0"/>
              <a:cs typeface="Calibri" panose="020F0502020204030204" pitchFamily="34" charset="0"/>
            </a:endParaRP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2050" name="Picture 2">
            <a:extLst>
              <a:ext uri="{FF2B5EF4-FFF2-40B4-BE49-F238E27FC236}">
                <a16:creationId xmlns:a16="http://schemas.microsoft.com/office/drawing/2014/main" id="{8C183210-98FF-4F9E-A272-E079FCF9F2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3998" y="0"/>
            <a:ext cx="6138001" cy="6857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27667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34893" y="88473"/>
            <a:ext cx="5637402" cy="1658198"/>
          </a:xfrm>
        </p:spPr>
        <p:txBody>
          <a:bodyPr>
            <a:normAutofit/>
          </a:bodyPr>
          <a:lstStyle/>
          <a:p>
            <a:r>
              <a:rPr lang="en-US" sz="4500" b="1" dirty="0">
                <a:solidFill>
                  <a:schemeClr val="tx1"/>
                </a:solidFill>
                <a:highlight>
                  <a:srgbClr val="FFFF00"/>
                </a:highlight>
                <a:latin typeface="Calibri" panose="020F0502020204030204"/>
              </a:rPr>
              <a:t>Q4</a:t>
            </a:r>
            <a:r>
              <a:rPr lang="en-US" sz="4500" b="1" dirty="0">
                <a:solidFill>
                  <a:schemeClr val="tx1"/>
                </a:solidFill>
                <a:latin typeface="Calibri" panose="020F0502020204030204"/>
              </a:rPr>
              <a:t>: Who is Your Patron?</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416598" y="1545905"/>
            <a:ext cx="5241252" cy="4735253"/>
          </a:xfrm>
        </p:spPr>
        <p:txBody>
          <a:bodyPr>
            <a:normAutofit/>
          </a:bodyPr>
          <a:lstStyle/>
          <a:p>
            <a:pPr marL="0" indent="0">
              <a:lnSpc>
                <a:spcPct val="100000"/>
              </a:lnSpc>
              <a:spcBef>
                <a:spcPts val="0"/>
              </a:spcBef>
              <a:spcAft>
                <a:spcPts val="0"/>
              </a:spcAft>
              <a:buNone/>
            </a:pPr>
            <a:r>
              <a:rPr lang="en-US" sz="3000" dirty="0">
                <a:solidFill>
                  <a:schemeClr val="tx1"/>
                </a:solidFill>
                <a:latin typeface="Calibri" panose="020F0502020204030204" pitchFamily="34" charset="0"/>
                <a:cs typeface="Calibri" panose="020F0502020204030204" pitchFamily="34" charset="0"/>
              </a:rPr>
              <a:t>A patron offers the PM things they may not be able to secure by themselves:</a:t>
            </a:r>
          </a:p>
          <a:p>
            <a:pPr marL="365760" indent="-457200">
              <a:lnSpc>
                <a:spcPct val="10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Lay of the Land</a:t>
            </a:r>
          </a:p>
          <a:p>
            <a:pPr marL="365760" indent="-457200">
              <a:lnSpc>
                <a:spcPct val="10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Inside knowledge</a:t>
            </a:r>
          </a:p>
          <a:p>
            <a:pPr marL="365760" indent="-457200">
              <a:lnSpc>
                <a:spcPct val="10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Early Warning System</a:t>
            </a:r>
          </a:p>
          <a:p>
            <a:pPr marL="365760" indent="-457200">
              <a:lnSpc>
                <a:spcPct val="10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Protection Under Fire</a:t>
            </a:r>
          </a:p>
          <a:p>
            <a:pPr marL="365760" indent="-457200">
              <a:lnSpc>
                <a:spcPct val="10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Desired Outcomes</a:t>
            </a:r>
          </a:p>
          <a:p>
            <a:pPr marL="365760" indent="-457200">
              <a:lnSpc>
                <a:spcPct val="100000"/>
              </a:lnSpc>
              <a:spcBef>
                <a:spcPts val="0"/>
              </a:spcBef>
              <a:spcAft>
                <a:spcPts val="0"/>
              </a:spcAft>
              <a:buFont typeface="Wingdings" panose="05000000000000000000" pitchFamily="2" charset="2"/>
              <a:buChar char="§"/>
            </a:pPr>
            <a:r>
              <a:rPr lang="en-US" sz="3000" dirty="0">
                <a:solidFill>
                  <a:schemeClr val="tx1"/>
                </a:solidFill>
                <a:latin typeface="Calibri" panose="020F0502020204030204" pitchFamily="34" charset="0"/>
                <a:cs typeface="Calibri" panose="020F0502020204030204" pitchFamily="34" charset="0"/>
              </a:rPr>
              <a:t>Must-Have Approval</a:t>
            </a:r>
            <a:endParaRPr lang="en-US" sz="3000" b="1" dirty="0">
              <a:solidFill>
                <a:schemeClr val="tx1"/>
              </a:solidFill>
            </a:endParaRP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2050" name="Picture 2">
            <a:extLst>
              <a:ext uri="{FF2B5EF4-FFF2-40B4-BE49-F238E27FC236}">
                <a16:creationId xmlns:a16="http://schemas.microsoft.com/office/drawing/2014/main" id="{8C183210-98FF-4F9E-A272-E079FCF9F2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4000" y="0"/>
            <a:ext cx="6138000" cy="6857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2377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34893" y="88473"/>
            <a:ext cx="5637402" cy="1658198"/>
          </a:xfrm>
        </p:spPr>
        <p:txBody>
          <a:bodyPr>
            <a:normAutofit/>
          </a:bodyPr>
          <a:lstStyle/>
          <a:p>
            <a:r>
              <a:rPr lang="en-US" sz="4500" b="1" dirty="0">
                <a:solidFill>
                  <a:schemeClr val="tx1"/>
                </a:solidFill>
                <a:highlight>
                  <a:srgbClr val="FFFF00"/>
                </a:highlight>
                <a:latin typeface="Calibri" panose="020F0502020204030204"/>
              </a:rPr>
              <a:t>Q4</a:t>
            </a:r>
            <a:r>
              <a:rPr lang="en-US" sz="4500" b="1" dirty="0">
                <a:solidFill>
                  <a:schemeClr val="tx1"/>
                </a:solidFill>
                <a:latin typeface="Calibri" panose="020F0502020204030204"/>
              </a:rPr>
              <a:t>: Who is Your Patron?</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416597" y="1545905"/>
            <a:ext cx="5298403" cy="4735253"/>
          </a:xfrm>
        </p:spPr>
        <p:txBody>
          <a:bodyPr>
            <a:normAutofit/>
          </a:bodyPr>
          <a:lstStyle/>
          <a:p>
            <a:pPr marL="0" indent="0">
              <a:lnSpc>
                <a:spcPct val="100000"/>
              </a:lnSpc>
              <a:spcBef>
                <a:spcPts val="0"/>
              </a:spcBef>
              <a:spcAft>
                <a:spcPts val="0"/>
              </a:spcAft>
              <a:buNone/>
            </a:pPr>
            <a:r>
              <a:rPr lang="en-US" sz="3000" dirty="0">
                <a:solidFill>
                  <a:schemeClr val="tx1"/>
                </a:solidFill>
                <a:latin typeface="Calibri" panose="020F0502020204030204" pitchFamily="34" charset="0"/>
                <a:cs typeface="Calibri" panose="020F0502020204030204" pitchFamily="34" charset="0"/>
              </a:rPr>
              <a:t>Patrons are vital if the PM doesn’t actually work in the organization or community where the project is taking place. For instance, if they are a consultant. </a:t>
            </a: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2050" name="Picture 2">
            <a:extLst>
              <a:ext uri="{FF2B5EF4-FFF2-40B4-BE49-F238E27FC236}">
                <a16:creationId xmlns:a16="http://schemas.microsoft.com/office/drawing/2014/main" id="{8C183210-98FF-4F9E-A272-E079FCF9F2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4000" y="0"/>
            <a:ext cx="6138000" cy="6857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1739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234893" y="88473"/>
            <a:ext cx="5637402" cy="1658198"/>
          </a:xfrm>
        </p:spPr>
        <p:txBody>
          <a:bodyPr>
            <a:normAutofit/>
          </a:bodyPr>
          <a:lstStyle/>
          <a:p>
            <a:r>
              <a:rPr lang="en-US" sz="4500" b="1" dirty="0">
                <a:solidFill>
                  <a:schemeClr val="tx1"/>
                </a:solidFill>
                <a:highlight>
                  <a:srgbClr val="FFFF00"/>
                </a:highlight>
                <a:latin typeface="Calibri" panose="020F0502020204030204"/>
              </a:rPr>
              <a:t>Q4</a:t>
            </a:r>
            <a:r>
              <a:rPr lang="en-US" sz="4500" b="1" dirty="0">
                <a:solidFill>
                  <a:schemeClr val="tx1"/>
                </a:solidFill>
                <a:latin typeface="Calibri" panose="020F0502020204030204"/>
              </a:rPr>
              <a:t>: Who is Your Patron?</a:t>
            </a:r>
            <a:endParaRPr lang="en-US" sz="4500" b="1" dirty="0">
              <a:solidFill>
                <a:schemeClr val="tx1"/>
              </a:solidFill>
              <a:latin typeface="+mn-lt"/>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416598" y="1545905"/>
            <a:ext cx="5135408" cy="4735253"/>
          </a:xfrm>
        </p:spPr>
        <p:txBody>
          <a:bodyPr>
            <a:normAutofit/>
          </a:bodyPr>
          <a:lstStyle/>
          <a:p>
            <a:pPr marL="0" indent="0">
              <a:lnSpc>
                <a:spcPct val="100000"/>
              </a:lnSpc>
              <a:spcBef>
                <a:spcPts val="0"/>
              </a:spcBef>
              <a:spcAft>
                <a:spcPts val="0"/>
              </a:spcAft>
              <a:buNone/>
            </a:pPr>
            <a:r>
              <a:rPr lang="en-US" sz="3000" dirty="0">
                <a:solidFill>
                  <a:schemeClr val="tx1"/>
                </a:solidFill>
                <a:latin typeface="Calibri" panose="020F0502020204030204" pitchFamily="34" charset="0"/>
                <a:cs typeface="Calibri" panose="020F0502020204030204" pitchFamily="34" charset="0"/>
              </a:rPr>
              <a:t>If a patron doesn’t present themselves or isn’t immediately apparent, search for someone who can advise you and then develop a relationship.</a:t>
            </a:r>
            <a:endParaRPr lang="en-US" sz="3000" b="1" dirty="0">
              <a:solidFill>
                <a:schemeClr val="tx1"/>
              </a:solidFill>
            </a:endParaRPr>
          </a:p>
        </p:txBody>
      </p:sp>
      <p:sp>
        <p:nvSpPr>
          <p:cNvPr id="4" name="Slide Number Placeholder 3">
            <a:extLst>
              <a:ext uri="{FF2B5EF4-FFF2-40B4-BE49-F238E27FC236}">
                <a16:creationId xmlns:a16="http://schemas.microsoft.com/office/drawing/2014/main" id="{648C4D2E-DAB3-4A53-B4D0-EDB681F5644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pic>
        <p:nvPicPr>
          <p:cNvPr id="2050" name="Picture 2">
            <a:extLst>
              <a:ext uri="{FF2B5EF4-FFF2-40B4-BE49-F238E27FC236}">
                <a16:creationId xmlns:a16="http://schemas.microsoft.com/office/drawing/2014/main" id="{8C183210-98FF-4F9E-A272-E079FCF9F2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54000" y="0"/>
            <a:ext cx="6138000" cy="6857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0999719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453536" y="140927"/>
            <a:ext cx="11289971" cy="972181"/>
          </a:xfrm>
        </p:spPr>
        <p:txBody>
          <a:bodyPr/>
          <a:lstStyle/>
          <a:p>
            <a:r>
              <a:rPr lang="en-US" sz="4500" b="1" dirty="0">
                <a:solidFill>
                  <a:schemeClr val="tx1"/>
                </a:solidFill>
                <a:highlight>
                  <a:srgbClr val="FFFF00"/>
                </a:highlight>
                <a:latin typeface="Calibri" panose="020F0502020204030204" pitchFamily="34" charset="0"/>
                <a:ea typeface="Meiryo" panose="020B0604030504040204" pitchFamily="34" charset="-128"/>
                <a:cs typeface="Calibri" panose="020F0502020204030204" pitchFamily="34" charset="0"/>
              </a:rPr>
              <a:t>Q5:</a:t>
            </a:r>
            <a:r>
              <a:rPr lang="en-US" sz="4500" b="1" dirty="0">
                <a:solidFill>
                  <a:schemeClr val="tx1"/>
                </a:solidFill>
                <a:latin typeface="Calibri" panose="020F0502020204030204" pitchFamily="34" charset="0"/>
                <a:ea typeface="Meiryo" panose="020B0604030504040204" pitchFamily="34" charset="-128"/>
                <a:cs typeface="Calibri" panose="020F0502020204030204" pitchFamily="34" charset="0"/>
              </a:rPr>
              <a:t> </a:t>
            </a:r>
            <a:r>
              <a:rPr lang="en-US" sz="4500" b="1" dirty="0">
                <a:solidFill>
                  <a:schemeClr val="tx1"/>
                </a:solidFill>
                <a:latin typeface="Calibri" panose="020F0502020204030204"/>
              </a:rPr>
              <a:t>What Kind of Plan is it?</a:t>
            </a:r>
            <a:endParaRPr lang="en-US" b="1" dirty="0">
              <a:solidFill>
                <a:schemeClr val="tx1"/>
              </a:solidFill>
              <a:latin typeface="Calibri" panose="020F0502020204030204" pitchFamily="34" charset="0"/>
              <a:ea typeface="Meiryo" panose="020B0604030504040204" pitchFamily="34" charset="-128"/>
              <a:cs typeface="Calibri" panose="020F0502020204030204" pitchFamily="34" charset="0"/>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1097278" y="1845733"/>
            <a:ext cx="10789922" cy="4385249"/>
          </a:xfrm>
        </p:spPr>
        <p:txBody>
          <a:bodyPr>
            <a:normAutofit/>
          </a:bodyPr>
          <a:lstStyle/>
          <a:p>
            <a:r>
              <a:rPr lang="en-US" sz="3200" b="1" dirty="0"/>
              <a:t>  </a:t>
            </a:r>
            <a:endParaRPr lang="en-US" sz="3200" dirty="0"/>
          </a:p>
        </p:txBody>
      </p:sp>
      <p:sp>
        <p:nvSpPr>
          <p:cNvPr id="5" name="TextBox 4">
            <a:extLst>
              <a:ext uri="{FF2B5EF4-FFF2-40B4-BE49-F238E27FC236}">
                <a16:creationId xmlns:a16="http://schemas.microsoft.com/office/drawing/2014/main" id="{B4C1E0D5-8078-41F7-92FD-B0778A6FFADD}"/>
              </a:ext>
            </a:extLst>
          </p:cNvPr>
          <p:cNvSpPr txBox="1"/>
          <p:nvPr/>
        </p:nvSpPr>
        <p:spPr>
          <a:xfrm>
            <a:off x="453536" y="1406328"/>
            <a:ext cx="5461233" cy="470898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Once again, people will have different ideas about what type of plan is needed:</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‘Down-and-dirty’</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Just the Quick Fix, please</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One-Plan-Solves All</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Only what’s needed to make a decision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94CA2B9D-56CD-45B2-B1DE-4A533D37B0B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16</a:t>
            </a:r>
          </a:p>
        </p:txBody>
      </p:sp>
      <p:pic>
        <p:nvPicPr>
          <p:cNvPr id="2050" name="Picture 2" descr="Why You Should Always Use a Guidebook When Traveling | The Backslackers">
            <a:extLst>
              <a:ext uri="{FF2B5EF4-FFF2-40B4-BE49-F238E27FC236}">
                <a16:creationId xmlns:a16="http://schemas.microsoft.com/office/drawing/2014/main" id="{537EC689-8779-3E56-4FE6-B55451511D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1341911"/>
            <a:ext cx="6096000" cy="5482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372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2.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453536" y="140927"/>
            <a:ext cx="11289971" cy="972181"/>
          </a:xfrm>
        </p:spPr>
        <p:txBody>
          <a:bodyPr/>
          <a:lstStyle/>
          <a:p>
            <a:r>
              <a:rPr lang="en-US" sz="4500" b="1" dirty="0">
                <a:solidFill>
                  <a:schemeClr val="tx1"/>
                </a:solidFill>
                <a:highlight>
                  <a:srgbClr val="FFFF00"/>
                </a:highlight>
                <a:latin typeface="Calibri" panose="020F0502020204030204" pitchFamily="34" charset="0"/>
                <a:ea typeface="Meiryo" panose="020B0604030504040204" pitchFamily="34" charset="-128"/>
                <a:cs typeface="Calibri" panose="020F0502020204030204" pitchFamily="34" charset="0"/>
              </a:rPr>
              <a:t>Q5:</a:t>
            </a:r>
            <a:r>
              <a:rPr lang="en-US" sz="4500" b="1" dirty="0">
                <a:solidFill>
                  <a:schemeClr val="tx1"/>
                </a:solidFill>
                <a:latin typeface="Calibri" panose="020F0502020204030204" pitchFamily="34" charset="0"/>
                <a:ea typeface="Meiryo" panose="020B0604030504040204" pitchFamily="34" charset="-128"/>
                <a:cs typeface="Calibri" panose="020F0502020204030204" pitchFamily="34" charset="0"/>
              </a:rPr>
              <a:t> </a:t>
            </a:r>
            <a:r>
              <a:rPr lang="en-US" sz="4500" b="1" dirty="0">
                <a:solidFill>
                  <a:schemeClr val="tx1"/>
                </a:solidFill>
                <a:latin typeface="Calibri" panose="020F0502020204030204"/>
              </a:rPr>
              <a:t>What Kind of Plan is it?</a:t>
            </a:r>
            <a:endParaRPr lang="en-US" b="1" dirty="0">
              <a:solidFill>
                <a:schemeClr val="tx1"/>
              </a:solidFill>
              <a:latin typeface="Calibri" panose="020F0502020204030204" pitchFamily="34" charset="0"/>
              <a:ea typeface="Meiryo" panose="020B0604030504040204" pitchFamily="34" charset="-128"/>
              <a:cs typeface="Calibri" panose="020F0502020204030204" pitchFamily="34" charset="0"/>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1097278" y="1845733"/>
            <a:ext cx="10789922" cy="4385249"/>
          </a:xfrm>
        </p:spPr>
        <p:txBody>
          <a:bodyPr>
            <a:normAutofit/>
          </a:bodyPr>
          <a:lstStyle/>
          <a:p>
            <a:r>
              <a:rPr lang="en-US" sz="3200" b="1" dirty="0"/>
              <a:t>  </a:t>
            </a:r>
            <a:endParaRPr lang="en-US" sz="3200" dirty="0"/>
          </a:p>
        </p:txBody>
      </p:sp>
      <p:sp>
        <p:nvSpPr>
          <p:cNvPr id="5" name="TextBox 4">
            <a:extLst>
              <a:ext uri="{FF2B5EF4-FFF2-40B4-BE49-F238E27FC236}">
                <a16:creationId xmlns:a16="http://schemas.microsoft.com/office/drawing/2014/main" id="{B4C1E0D5-8078-41F7-92FD-B0778A6FFADD}"/>
              </a:ext>
            </a:extLst>
          </p:cNvPr>
          <p:cNvSpPr txBox="1"/>
          <p:nvPr/>
        </p:nvSpPr>
        <p:spPr>
          <a:xfrm>
            <a:off x="453536" y="1406328"/>
            <a:ext cx="5461233" cy="5170646"/>
          </a:xfrm>
          <a:prstGeom prst="rect">
            <a:avLst/>
          </a:prstGeom>
          <a:noFill/>
        </p:spPr>
        <p:txBody>
          <a:bodyPr wrap="square">
            <a:spAutoFit/>
          </a:bodyPr>
          <a:lstStyle/>
          <a:p>
            <a:pPr lvl="0">
              <a:defRPr/>
            </a:pPr>
            <a:r>
              <a:rPr lang="en-US" sz="3000" dirty="0">
                <a:solidFill>
                  <a:prstClr val="black"/>
                </a:solidFill>
              </a:rPr>
              <a:t>One way to separate:</a:t>
            </a:r>
          </a:p>
          <a:p>
            <a:pPr lvl="0">
              <a:defRPr/>
            </a:pPr>
            <a:r>
              <a:rPr lang="en-US" sz="3000" b="1" dirty="0">
                <a:solidFill>
                  <a:prstClr val="black"/>
                </a:solidFill>
                <a:highlight>
                  <a:srgbClr val="FFFF00"/>
                </a:highlight>
              </a:rPr>
              <a:t>Long-range planning</a:t>
            </a:r>
            <a:r>
              <a:rPr lang="en-US" sz="3000" dirty="0">
                <a:solidFill>
                  <a:prstClr val="black"/>
                </a:solidFill>
              </a:rPr>
              <a:t> involves setting goals and establishing a framework for achieving those goals over an extended period.</a:t>
            </a:r>
          </a:p>
          <a:p>
            <a:pPr lvl="0">
              <a:defRPr/>
            </a:pPr>
            <a:endParaRPr lang="en-US" sz="3000" dirty="0">
              <a:solidFill>
                <a:prstClr val="black"/>
              </a:solidFill>
            </a:endParaRPr>
          </a:p>
          <a:p>
            <a:pPr lvl="0">
              <a:defRPr/>
            </a:pPr>
            <a:r>
              <a:rPr lang="en-US" sz="3000" b="1" dirty="0">
                <a:solidFill>
                  <a:prstClr val="black"/>
                </a:solidFill>
                <a:highlight>
                  <a:srgbClr val="FFFF00"/>
                </a:highlight>
              </a:rPr>
              <a:t>Strategic planning</a:t>
            </a:r>
            <a:r>
              <a:rPr lang="en-US" sz="3000" dirty="0">
                <a:solidFill>
                  <a:prstClr val="black"/>
                </a:solidFill>
              </a:rPr>
              <a:t> focuses on the formulation and execution of strategies to achieve its long-term objectives, usually with a detailed action plan and budget.</a:t>
            </a:r>
          </a:p>
        </p:txBody>
      </p:sp>
      <p:sp>
        <p:nvSpPr>
          <p:cNvPr id="4" name="Slide Number Placeholder 3">
            <a:extLst>
              <a:ext uri="{FF2B5EF4-FFF2-40B4-BE49-F238E27FC236}">
                <a16:creationId xmlns:a16="http://schemas.microsoft.com/office/drawing/2014/main" id="{94CA2B9D-56CD-45B2-B1DE-4A533D37B0B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16</a:t>
            </a:r>
          </a:p>
        </p:txBody>
      </p:sp>
      <p:pic>
        <p:nvPicPr>
          <p:cNvPr id="2050" name="Picture 2" descr="Why You Should Always Use a Guidebook When Traveling | The Backslackers">
            <a:extLst>
              <a:ext uri="{FF2B5EF4-FFF2-40B4-BE49-F238E27FC236}">
                <a16:creationId xmlns:a16="http://schemas.microsoft.com/office/drawing/2014/main" id="{537EC689-8779-3E56-4FE6-B55451511D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1341911"/>
            <a:ext cx="6096000" cy="5482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6151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fade">
                                      <p:cBhvr>
                                        <p:cTn id="12" dur="500"/>
                                        <p:tgtEl>
                                          <p:spTgt spid="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Effect transition="in" filter="fade">
                                      <p:cBhvr>
                                        <p:cTn id="17" dur="500"/>
                                        <p:tgtEl>
                                          <p:spTgt spid="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
                                            <p:txEl>
                                              <p:pRg st="3" end="3"/>
                                            </p:txEl>
                                          </p:spTgt>
                                        </p:tgtEl>
                                        <p:attrNameLst>
                                          <p:attrName>style.visibility</p:attrName>
                                        </p:attrNameLst>
                                      </p:cBhvr>
                                      <p:to>
                                        <p:strVal val="visible"/>
                                      </p:to>
                                    </p:set>
                                    <p:animEffect transition="in" filter="fade">
                                      <p:cBhvr>
                                        <p:cTn id="2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3.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7D036-CDBC-4EB9-A94F-BEAB3E20CFD1}"/>
              </a:ext>
            </a:extLst>
          </p:cNvPr>
          <p:cNvSpPr>
            <a:spLocks noGrp="1"/>
          </p:cNvSpPr>
          <p:nvPr>
            <p:ph type="title"/>
          </p:nvPr>
        </p:nvSpPr>
        <p:spPr>
          <a:xfrm>
            <a:off x="453536" y="140927"/>
            <a:ext cx="11289971" cy="972181"/>
          </a:xfrm>
        </p:spPr>
        <p:txBody>
          <a:bodyPr/>
          <a:lstStyle/>
          <a:p>
            <a:r>
              <a:rPr lang="en-US" sz="4500" b="1" dirty="0">
                <a:solidFill>
                  <a:schemeClr val="tx1"/>
                </a:solidFill>
                <a:highlight>
                  <a:srgbClr val="FFFF00"/>
                </a:highlight>
                <a:latin typeface="Calibri" panose="020F0502020204030204" pitchFamily="34" charset="0"/>
                <a:ea typeface="Meiryo" panose="020B0604030504040204" pitchFamily="34" charset="-128"/>
                <a:cs typeface="Calibri" panose="020F0502020204030204" pitchFamily="34" charset="0"/>
              </a:rPr>
              <a:t>Q5:</a:t>
            </a:r>
            <a:r>
              <a:rPr lang="en-US" sz="4500" b="1" dirty="0">
                <a:solidFill>
                  <a:schemeClr val="tx1"/>
                </a:solidFill>
                <a:latin typeface="Calibri" panose="020F0502020204030204" pitchFamily="34" charset="0"/>
                <a:ea typeface="Meiryo" panose="020B0604030504040204" pitchFamily="34" charset="-128"/>
                <a:cs typeface="Calibri" panose="020F0502020204030204" pitchFamily="34" charset="0"/>
              </a:rPr>
              <a:t> </a:t>
            </a:r>
            <a:r>
              <a:rPr lang="en-US" sz="4500" b="1" dirty="0">
                <a:solidFill>
                  <a:schemeClr val="tx1"/>
                </a:solidFill>
                <a:latin typeface="Calibri" panose="020F0502020204030204"/>
              </a:rPr>
              <a:t>What Kind of Plan is it?</a:t>
            </a:r>
            <a:endParaRPr lang="en-US" b="1" dirty="0">
              <a:solidFill>
                <a:schemeClr val="tx1"/>
              </a:solidFill>
              <a:latin typeface="Calibri" panose="020F0502020204030204" pitchFamily="34" charset="0"/>
              <a:ea typeface="Meiryo" panose="020B0604030504040204" pitchFamily="34" charset="-128"/>
              <a:cs typeface="Calibri" panose="020F0502020204030204" pitchFamily="34" charset="0"/>
            </a:endParaRPr>
          </a:p>
        </p:txBody>
      </p:sp>
      <p:sp>
        <p:nvSpPr>
          <p:cNvPr id="3" name="Content Placeholder 2">
            <a:extLst>
              <a:ext uri="{FF2B5EF4-FFF2-40B4-BE49-F238E27FC236}">
                <a16:creationId xmlns:a16="http://schemas.microsoft.com/office/drawing/2014/main" id="{575D226D-E10B-411E-9429-7607C04BA749}"/>
              </a:ext>
            </a:extLst>
          </p:cNvPr>
          <p:cNvSpPr>
            <a:spLocks noGrp="1"/>
          </p:cNvSpPr>
          <p:nvPr>
            <p:ph idx="1"/>
          </p:nvPr>
        </p:nvSpPr>
        <p:spPr>
          <a:xfrm>
            <a:off x="1097278" y="1845733"/>
            <a:ext cx="10789922" cy="4385249"/>
          </a:xfrm>
        </p:spPr>
        <p:txBody>
          <a:bodyPr>
            <a:normAutofit/>
          </a:bodyPr>
          <a:lstStyle/>
          <a:p>
            <a:r>
              <a:rPr lang="en-US" sz="3200" b="1" dirty="0"/>
              <a:t>  </a:t>
            </a:r>
            <a:endParaRPr lang="en-US" sz="3200" dirty="0"/>
          </a:p>
        </p:txBody>
      </p:sp>
      <p:sp>
        <p:nvSpPr>
          <p:cNvPr id="5" name="TextBox 4">
            <a:extLst>
              <a:ext uri="{FF2B5EF4-FFF2-40B4-BE49-F238E27FC236}">
                <a16:creationId xmlns:a16="http://schemas.microsoft.com/office/drawing/2014/main" id="{B4C1E0D5-8078-41F7-92FD-B0778A6FFADD}"/>
              </a:ext>
            </a:extLst>
          </p:cNvPr>
          <p:cNvSpPr txBox="1"/>
          <p:nvPr/>
        </p:nvSpPr>
        <p:spPr>
          <a:xfrm>
            <a:off x="453536" y="1267254"/>
            <a:ext cx="5461233" cy="563231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Questions to explore:</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What’s the best planning process for this type of plan?</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What should the table of contents look like?</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Is there an old plan I can update?</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If there is no previous plan - </a:t>
            </a:r>
            <a:r>
              <a:rPr kumimoji="0" lang="en-US" sz="3000" b="1" i="0" u="none" strike="noStrike" kern="1200" cap="none" spc="0" normalizeH="0" baseline="0" noProof="0" dirty="0">
                <a:ln>
                  <a:noFill/>
                </a:ln>
                <a:solidFill>
                  <a:srgbClr val="FF0000"/>
                </a:solidFill>
                <a:effectLst/>
                <a:uLnTx/>
                <a:uFillTx/>
                <a:latin typeface="Calibri" panose="020F0502020204030204"/>
                <a:ea typeface="+mn-ea"/>
                <a:cs typeface="+mn-cs"/>
              </a:rPr>
              <a:t>R&amp;D</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4" name="Slide Number Placeholder 3">
            <a:extLst>
              <a:ext uri="{FF2B5EF4-FFF2-40B4-BE49-F238E27FC236}">
                <a16:creationId xmlns:a16="http://schemas.microsoft.com/office/drawing/2014/main" id="{94CA2B9D-56CD-45B2-B1DE-4A533D37B0B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16</a:t>
            </a:r>
          </a:p>
        </p:txBody>
      </p:sp>
      <p:pic>
        <p:nvPicPr>
          <p:cNvPr id="2050" name="Picture 2" descr="Why You Should Always Use a Guidebook When Traveling | The Backslackers">
            <a:extLst>
              <a:ext uri="{FF2B5EF4-FFF2-40B4-BE49-F238E27FC236}">
                <a16:creationId xmlns:a16="http://schemas.microsoft.com/office/drawing/2014/main" id="{537EC689-8779-3E56-4FE6-B55451511D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1341911"/>
            <a:ext cx="6096000" cy="54829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5381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fade">
                                      <p:cBhvr>
                                        <p:cTn id="12" dur="500"/>
                                        <p:tgtEl>
                                          <p:spTgt spid="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Effect transition="in" filter="fade">
                                      <p:cBhvr>
                                        <p:cTn id="17" dur="500"/>
                                        <p:tgtEl>
                                          <p:spTgt spid="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
                                            <p:txEl>
                                              <p:pRg st="3" end="3"/>
                                            </p:txEl>
                                          </p:spTgt>
                                        </p:tgtEl>
                                        <p:attrNameLst>
                                          <p:attrName>style.visibility</p:attrName>
                                        </p:attrNameLst>
                                      </p:cBhvr>
                                      <p:to>
                                        <p:strVal val="visible"/>
                                      </p:to>
                                    </p:set>
                                    <p:animEffect transition="in" filter="fade">
                                      <p:cBhvr>
                                        <p:cTn id="22" dur="500"/>
                                        <p:tgtEl>
                                          <p:spTgt spid="5">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
                                            <p:txEl>
                                              <p:pRg st="5" end="5"/>
                                            </p:txEl>
                                          </p:spTgt>
                                        </p:tgtEl>
                                        <p:attrNameLst>
                                          <p:attrName>style.visibility</p:attrName>
                                        </p:attrNameLst>
                                      </p:cBhvr>
                                      <p:to>
                                        <p:strVal val="visible"/>
                                      </p:to>
                                    </p:set>
                                    <p:animEffect transition="in" filter="fade">
                                      <p:cBhvr>
                                        <p:cTn id="27" dur="500"/>
                                        <p:tgtEl>
                                          <p:spTgt spid="5">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5">
                                            <p:txEl>
                                              <p:pRg st="7" end="7"/>
                                            </p:txEl>
                                          </p:spTgt>
                                        </p:tgtEl>
                                        <p:attrNameLst>
                                          <p:attrName>style.visibility</p:attrName>
                                        </p:attrNameLst>
                                      </p:cBhvr>
                                      <p:to>
                                        <p:strVal val="visible"/>
                                      </p:to>
                                    </p:set>
                                    <p:animEffect transition="in" filter="fade">
                                      <p:cBhvr>
                                        <p:cTn id="32"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3161846-F801-D3F5-5AEF-A364A5D48DA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FFFFFF"/>
                </a:solidFill>
                <a:effectLst/>
                <a:uLnTx/>
                <a:uFillTx/>
                <a:latin typeface="Calibri" panose="020F0502020204030204"/>
                <a:ea typeface="+mn-ea"/>
                <a:cs typeface="+mn-cs"/>
              </a:rPr>
              <a:t>1</a:t>
            </a:r>
            <a:endParaRPr kumimoji="0" lang="en-US" sz="105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 name="Content Placeholder 2">
            <a:extLst>
              <a:ext uri="{FF2B5EF4-FFF2-40B4-BE49-F238E27FC236}">
                <a16:creationId xmlns:a16="http://schemas.microsoft.com/office/drawing/2014/main" id="{505FCE03-41EF-0039-012A-FF5D5971529C}"/>
              </a:ext>
            </a:extLst>
          </p:cNvPr>
          <p:cNvSpPr>
            <a:spLocks noGrp="1"/>
          </p:cNvSpPr>
          <p:nvPr>
            <p:ph idx="4294967295"/>
          </p:nvPr>
        </p:nvSpPr>
        <p:spPr>
          <a:xfrm>
            <a:off x="591555" y="350896"/>
            <a:ext cx="11008890" cy="6156208"/>
          </a:xfrm>
        </p:spPr>
        <p:txBody>
          <a:bodyPr>
            <a:normAutofit/>
          </a:bodyPr>
          <a:lstStyle/>
          <a:p>
            <a:pPr marL="742950" marR="0" indent="-742950">
              <a:lnSpc>
                <a:spcPct val="120000"/>
              </a:lnSpc>
              <a:spcBef>
                <a:spcPts val="0"/>
              </a:spcBef>
              <a:spcAft>
                <a:spcPts val="0"/>
              </a:spcAft>
              <a:buFont typeface="+mj-lt"/>
              <a:buAutoNum type="arabicPeriod"/>
            </a:pPr>
            <a:r>
              <a:rPr lang="en-US" sz="4500" dirty="0">
                <a:solidFill>
                  <a:schemeClr val="tx1"/>
                </a:solidFill>
                <a:latin typeface="Calibri" panose="020F0502020204030204" pitchFamily="34" charset="0"/>
                <a:ea typeface="Calibri" panose="020F0502020204030204" pitchFamily="34" charset="0"/>
                <a:cs typeface="Times New Roman" panose="02020603050405020304" pitchFamily="18" charset="0"/>
              </a:rPr>
              <a:t>Check previous, successful projects.</a:t>
            </a:r>
          </a:p>
          <a:p>
            <a:pPr marL="742950" marR="0" indent="-742950">
              <a:lnSpc>
                <a:spcPct val="120000"/>
              </a:lnSpc>
              <a:spcBef>
                <a:spcPts val="0"/>
              </a:spcBef>
              <a:spcAft>
                <a:spcPts val="0"/>
              </a:spcAft>
              <a:buFont typeface="+mj-lt"/>
              <a:buAutoNum type="arabicPeriod"/>
            </a:pPr>
            <a:r>
              <a:rPr lang="en-US" sz="4500" dirty="0">
                <a:solidFill>
                  <a:schemeClr val="tx1"/>
                </a:solidFill>
                <a:latin typeface="Calibri" panose="020F0502020204030204" pitchFamily="34" charset="0"/>
                <a:ea typeface="Calibri" panose="020F0502020204030204" pitchFamily="34" charset="0"/>
                <a:cs typeface="Times New Roman" panose="02020603050405020304" pitchFamily="18" charset="0"/>
              </a:rPr>
              <a:t>Meet with teammates to discuss. </a:t>
            </a:r>
          </a:p>
          <a:p>
            <a:pPr marL="742950" indent="-742950">
              <a:lnSpc>
                <a:spcPct val="120000"/>
              </a:lnSpc>
              <a:spcBef>
                <a:spcPts val="0"/>
              </a:spcBef>
              <a:spcAft>
                <a:spcPts val="0"/>
              </a:spcAft>
              <a:buFont typeface="+mj-lt"/>
              <a:buAutoNum type="arabicPeriod"/>
            </a:pPr>
            <a:r>
              <a:rPr lang="en-US" sz="4500" dirty="0">
                <a:solidFill>
                  <a:schemeClr val="tx1"/>
                </a:solidFill>
                <a:latin typeface="Calibri" panose="020F0502020204030204" pitchFamily="34" charset="0"/>
                <a:ea typeface="Calibri" panose="020F0502020204030204" pitchFamily="34" charset="0"/>
                <a:cs typeface="Times New Roman" panose="02020603050405020304" pitchFamily="18" charset="0"/>
              </a:rPr>
              <a:t>Seek expert judgement.</a:t>
            </a:r>
          </a:p>
          <a:p>
            <a:pPr marL="742950" indent="-742950">
              <a:lnSpc>
                <a:spcPct val="120000"/>
              </a:lnSpc>
              <a:spcBef>
                <a:spcPts val="0"/>
              </a:spcBef>
              <a:spcAft>
                <a:spcPts val="0"/>
              </a:spcAft>
              <a:buFont typeface="+mj-lt"/>
              <a:buAutoNum type="arabicPeriod"/>
            </a:pPr>
            <a:r>
              <a:rPr lang="en-US" sz="4500" dirty="0">
                <a:solidFill>
                  <a:schemeClr val="tx1"/>
                </a:solidFill>
                <a:latin typeface="Calibri" panose="020F0502020204030204" pitchFamily="34" charset="0"/>
                <a:ea typeface="Calibri" panose="020F0502020204030204" pitchFamily="34" charset="0"/>
                <a:cs typeface="Times New Roman" panose="02020603050405020304" pitchFamily="18" charset="0"/>
              </a:rPr>
              <a:t>R</a:t>
            </a:r>
            <a:r>
              <a:rPr lang="en-US" sz="4500">
                <a:solidFill>
                  <a:schemeClr val="tx1"/>
                </a:solidFill>
                <a:latin typeface="Calibri" panose="020F0502020204030204" pitchFamily="34" charset="0"/>
                <a:ea typeface="Calibri" panose="020F0502020204030204" pitchFamily="34" charset="0"/>
                <a:cs typeface="Times New Roman" panose="02020603050405020304" pitchFamily="18" charset="0"/>
              </a:rPr>
              <a:t>&amp;D.</a:t>
            </a:r>
            <a:br>
              <a:rPr lang="en-US" sz="4500" dirty="0">
                <a:solidFill>
                  <a:schemeClr val="tx1"/>
                </a:solidFill>
                <a:latin typeface="Calibri" panose="020F0502020204030204" pitchFamily="34" charset="0"/>
                <a:ea typeface="Calibri" panose="020F0502020204030204" pitchFamily="34" charset="0"/>
                <a:cs typeface="Times New Roman" panose="02020603050405020304" pitchFamily="18" charset="0"/>
              </a:rPr>
            </a:br>
            <a:endParaRPr lang="en-US" sz="4500" dirty="0">
              <a:solidFill>
                <a:schemeClr val="tx1"/>
              </a:solidFill>
              <a:latin typeface="Calibri" panose="020F0502020204030204" pitchFamily="34" charset="0"/>
              <a:ea typeface="Calibri" panose="020F0502020204030204" pitchFamily="34" charset="0"/>
              <a:cs typeface="Times New Roman" panose="02020603050405020304" pitchFamily="18" charset="0"/>
            </a:endParaRPr>
          </a:p>
          <a:p>
            <a:pPr marL="0" indent="0" algn="ctr">
              <a:lnSpc>
                <a:spcPct val="120000"/>
              </a:lnSpc>
              <a:spcBef>
                <a:spcPts val="0"/>
              </a:spcBef>
              <a:spcAft>
                <a:spcPts val="0"/>
              </a:spcAft>
              <a:buNone/>
            </a:pPr>
            <a:r>
              <a:rPr lang="en-US" sz="6000" b="1" dirty="0">
                <a:solidFill>
                  <a:schemeClr val="tx1"/>
                </a:solidFill>
                <a:highlight>
                  <a:srgbClr val="FFFF00"/>
                </a:highlight>
                <a:latin typeface="Calibri" panose="020F0502020204030204" pitchFamily="34" charset="0"/>
                <a:ea typeface="Calibri" panose="020F0502020204030204" pitchFamily="34" charset="0"/>
                <a:cs typeface="Times New Roman" panose="02020603050405020304" pitchFamily="18" charset="0"/>
              </a:rPr>
              <a:t>What is R&amp;D?</a:t>
            </a:r>
          </a:p>
        </p:txBody>
      </p:sp>
    </p:spTree>
    <p:extLst>
      <p:ext uri="{BB962C8B-B14F-4D97-AF65-F5344CB8AC3E}">
        <p14:creationId xmlns:p14="http://schemas.microsoft.com/office/powerpoint/2010/main" val="2451812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A8497E0-6658-4D76-B6D1-6ED614E59A86}"/>
              </a:ext>
            </a:extLst>
          </p:cNvPr>
          <p:cNvSpPr>
            <a:spLocks noGrp="1"/>
          </p:cNvSpPr>
          <p:nvPr>
            <p:ph idx="1"/>
          </p:nvPr>
        </p:nvSpPr>
        <p:spPr>
          <a:xfrm>
            <a:off x="0" y="1208171"/>
            <a:ext cx="12192000" cy="4023360"/>
          </a:xfrm>
        </p:spPr>
        <p:txBody>
          <a:bodyPr/>
          <a:lstStyle/>
          <a:p>
            <a:endParaRPr lang="en-US" dirty="0"/>
          </a:p>
          <a:p>
            <a:pPr algn="ctr"/>
            <a:r>
              <a:rPr lang="en-US" sz="13000" b="1" dirty="0">
                <a:solidFill>
                  <a:srgbClr val="0070C0"/>
                </a:solidFill>
              </a:rPr>
              <a:t>Rob &amp; Duplicate</a:t>
            </a:r>
          </a:p>
          <a:p>
            <a:endParaRPr lang="en-US" dirty="0"/>
          </a:p>
        </p:txBody>
      </p:sp>
      <p:sp>
        <p:nvSpPr>
          <p:cNvPr id="4" name="Slide Number Placeholder 3">
            <a:extLst>
              <a:ext uri="{FF2B5EF4-FFF2-40B4-BE49-F238E27FC236}">
                <a16:creationId xmlns:a16="http://schemas.microsoft.com/office/drawing/2014/main" id="{F84AB7CE-EE79-489C-A099-112D7FF2D41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14</a:t>
            </a:r>
          </a:p>
        </p:txBody>
      </p:sp>
      <p:pic>
        <p:nvPicPr>
          <p:cNvPr id="2" name="Picture 1">
            <a:extLst>
              <a:ext uri="{FF2B5EF4-FFF2-40B4-BE49-F238E27FC236}">
                <a16:creationId xmlns:a16="http://schemas.microsoft.com/office/drawing/2014/main" id="{FFD85BB5-FDC7-857B-0047-1B660BCA23A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1"/>
            <a:ext cx="623843" cy="499074"/>
          </a:xfrm>
          <a:prstGeom prst="rect">
            <a:avLst/>
          </a:prstGeom>
        </p:spPr>
      </p:pic>
    </p:spTree>
    <p:extLst>
      <p:ext uri="{BB962C8B-B14F-4D97-AF65-F5344CB8AC3E}">
        <p14:creationId xmlns:p14="http://schemas.microsoft.com/office/powerpoint/2010/main" val="409312443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3161846-F801-D3F5-5AEF-A364A5D48DA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FFFFFF"/>
                </a:solidFill>
                <a:effectLst/>
                <a:uLnTx/>
                <a:uFillTx/>
                <a:latin typeface="Calibri" panose="020F0502020204030204"/>
                <a:ea typeface="+mn-ea"/>
                <a:cs typeface="+mn-cs"/>
              </a:rPr>
              <a:t>1</a:t>
            </a:r>
            <a:endParaRPr kumimoji="0" lang="en-US" sz="105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 name="Content Placeholder 2">
            <a:extLst>
              <a:ext uri="{FF2B5EF4-FFF2-40B4-BE49-F238E27FC236}">
                <a16:creationId xmlns:a16="http://schemas.microsoft.com/office/drawing/2014/main" id="{505FCE03-41EF-0039-012A-FF5D5971529C}"/>
              </a:ext>
            </a:extLst>
          </p:cNvPr>
          <p:cNvSpPr>
            <a:spLocks noGrp="1"/>
          </p:cNvSpPr>
          <p:nvPr>
            <p:ph idx="4294967295"/>
          </p:nvPr>
        </p:nvSpPr>
        <p:spPr>
          <a:xfrm>
            <a:off x="486561" y="444617"/>
            <a:ext cx="11274804" cy="6413383"/>
          </a:xfrm>
        </p:spPr>
        <p:txBody>
          <a:bodyPr>
            <a:normAutofit fontScale="77500" lnSpcReduction="20000"/>
          </a:bodyPr>
          <a:lstStyle/>
          <a:p>
            <a:pPr marL="0" indent="0">
              <a:lnSpc>
                <a:spcPct val="120000"/>
              </a:lnSpc>
              <a:spcBef>
                <a:spcPts val="0"/>
              </a:spcBef>
              <a:spcAft>
                <a:spcPts val="0"/>
              </a:spcAft>
              <a:buNone/>
            </a:pPr>
            <a: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t>Don’t spend time wondering what the ideal comp plan or public survey or steering committee questionnaire or executive summary might look like.</a:t>
            </a:r>
            <a:b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br>
            <a:endPar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endParaRPr>
          </a:p>
          <a:p>
            <a:pPr marL="0" indent="0">
              <a:lnSpc>
                <a:spcPct val="120000"/>
              </a:lnSpc>
              <a:spcBef>
                <a:spcPts val="0"/>
              </a:spcBef>
              <a:spcAft>
                <a:spcPts val="0"/>
              </a:spcAft>
              <a:buNone/>
            </a:pPr>
            <a: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t>Climb up and stand upon the shoulders of giants.</a:t>
            </a:r>
            <a:b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br>
            <a:endPar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endParaRPr>
          </a:p>
          <a:p>
            <a:pPr marL="0" indent="0">
              <a:lnSpc>
                <a:spcPct val="120000"/>
              </a:lnSpc>
              <a:spcBef>
                <a:spcPts val="0"/>
              </a:spcBef>
              <a:spcAft>
                <a:spcPts val="0"/>
              </a:spcAft>
              <a:buNone/>
            </a:pPr>
            <a: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t>I’ll look at a minimum of </a:t>
            </a:r>
            <a:r>
              <a:rPr lang="en-US" sz="4000" b="1" dirty="0">
                <a:solidFill>
                  <a:srgbClr val="FF0000"/>
                </a:solidFill>
                <a:latin typeface="Calibri" panose="020F0502020204030204" pitchFamily="34" charset="0"/>
                <a:ea typeface="Calibri" panose="020F0502020204030204" pitchFamily="34" charset="0"/>
                <a:cs typeface="Times New Roman" panose="02020603050405020304" pitchFamily="18" charset="0"/>
              </a:rPr>
              <a:t>6 examples</a:t>
            </a:r>
            <a: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t> from other communities, consultants or countries. Chances are I won’t like any one, but I can lift ideas from several.</a:t>
            </a:r>
            <a:b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br>
            <a:endPar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endParaRPr>
          </a:p>
          <a:p>
            <a:pPr marL="0" indent="0">
              <a:lnSpc>
                <a:spcPct val="120000"/>
              </a:lnSpc>
              <a:spcBef>
                <a:spcPts val="0"/>
              </a:spcBef>
              <a:spcAft>
                <a:spcPts val="0"/>
              </a:spcAft>
              <a:buNone/>
            </a:pPr>
            <a:r>
              <a:rPr lang="en-US" sz="4000" dirty="0">
                <a:solidFill>
                  <a:schemeClr val="tx1"/>
                </a:solidFill>
                <a:highlight>
                  <a:srgbClr val="FFFF00"/>
                </a:highlight>
                <a:latin typeface="Calibri" panose="020F0502020204030204" pitchFamily="34" charset="0"/>
                <a:ea typeface="Calibri" panose="020F0502020204030204" pitchFamily="34" charset="0"/>
                <a:cs typeface="Times New Roman" panose="02020603050405020304" pitchFamily="18" charset="0"/>
              </a:rPr>
              <a:t>You </a:t>
            </a:r>
            <a:r>
              <a:rPr lang="en-US" sz="4000" b="1" dirty="0">
                <a:solidFill>
                  <a:srgbClr val="FF0000"/>
                </a:solidFill>
                <a:highlight>
                  <a:srgbClr val="FFFF00"/>
                </a:highlight>
                <a:latin typeface="Calibri" panose="020F0502020204030204" pitchFamily="34" charset="0"/>
                <a:ea typeface="Calibri" panose="020F0502020204030204" pitchFamily="34" charset="0"/>
                <a:cs typeface="Times New Roman" panose="02020603050405020304" pitchFamily="18" charset="0"/>
              </a:rPr>
              <a:t>are not stealing </a:t>
            </a:r>
            <a:r>
              <a:rPr lang="en-US" sz="4000" dirty="0">
                <a:solidFill>
                  <a:schemeClr val="tx1"/>
                </a:solidFill>
                <a:highlight>
                  <a:srgbClr val="FFFF00"/>
                </a:highlight>
                <a:latin typeface="Calibri" panose="020F0502020204030204" pitchFamily="34" charset="0"/>
                <a:ea typeface="Calibri" panose="020F0502020204030204" pitchFamily="34" charset="0"/>
                <a:cs typeface="Times New Roman" panose="02020603050405020304" pitchFamily="18" charset="0"/>
              </a:rPr>
              <a:t>fundamental research or copyrighted material. You are customizing approaches, formats, wording, etc</a:t>
            </a:r>
            <a:r>
              <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rPr>
              <a:t>.</a:t>
            </a:r>
          </a:p>
          <a:p>
            <a:pPr marL="0" indent="0">
              <a:lnSpc>
                <a:spcPct val="120000"/>
              </a:lnSpc>
              <a:spcBef>
                <a:spcPts val="0"/>
              </a:spcBef>
              <a:spcAft>
                <a:spcPts val="0"/>
              </a:spcAft>
              <a:buNone/>
            </a:pPr>
            <a:endParaRPr lang="en-US" sz="4000" dirty="0">
              <a:solidFill>
                <a:schemeClr val="tx1"/>
              </a:solidFill>
              <a:latin typeface="Calibri" panose="020F0502020204030204" pitchFamily="34" charset="0"/>
              <a:ea typeface="Calibri" panose="020F0502020204030204" pitchFamily="34" charset="0"/>
              <a:cs typeface="Times New Roman" panose="02020603050405020304" pitchFamily="18" charset="0"/>
            </a:endParaRPr>
          </a:p>
        </p:txBody>
      </p:sp>
      <p:pic>
        <p:nvPicPr>
          <p:cNvPr id="2" name="Picture 1">
            <a:extLst>
              <a:ext uri="{FF2B5EF4-FFF2-40B4-BE49-F238E27FC236}">
                <a16:creationId xmlns:a16="http://schemas.microsoft.com/office/drawing/2014/main" id="{BA4ECD71-558F-B1E6-F75B-CC1B61B2DE3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1"/>
            <a:ext cx="623843" cy="499074"/>
          </a:xfrm>
          <a:prstGeom prst="rect">
            <a:avLst/>
          </a:prstGeom>
        </p:spPr>
      </p:pic>
    </p:spTree>
    <p:extLst>
      <p:ext uri="{BB962C8B-B14F-4D97-AF65-F5344CB8AC3E}">
        <p14:creationId xmlns:p14="http://schemas.microsoft.com/office/powerpoint/2010/main" val="3161839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53D61FFA-9242-68BA-0E1B-DC3755ED42C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EB5961-2DF2-47D3-A538-C3172A95AC44}" type="slidenum">
              <a:rPr kumimoji="0" lang="en-US" sz="9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9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5EAF92BB-06D2-38DD-0A40-F66977EFD0FF}"/>
              </a:ext>
            </a:extLst>
          </p:cNvPr>
          <p:cNvPicPr>
            <a:picLocks noChangeAspect="1"/>
          </p:cNvPicPr>
          <p:nvPr/>
        </p:nvPicPr>
        <p:blipFill>
          <a:blip r:embed="rId3"/>
          <a:stretch>
            <a:fillRect/>
          </a:stretch>
        </p:blipFill>
        <p:spPr>
          <a:xfrm>
            <a:off x="2731412" y="0"/>
            <a:ext cx="6729176" cy="6858000"/>
          </a:xfrm>
          <a:prstGeom prst="rect">
            <a:avLst/>
          </a:prstGeom>
        </p:spPr>
      </p:pic>
      <p:sp>
        <p:nvSpPr>
          <p:cNvPr id="9" name="Oval 8">
            <a:extLst>
              <a:ext uri="{FF2B5EF4-FFF2-40B4-BE49-F238E27FC236}">
                <a16:creationId xmlns:a16="http://schemas.microsoft.com/office/drawing/2014/main" id="{749661B3-A45C-CC81-FDCF-5CE0948D6E5A}"/>
              </a:ext>
            </a:extLst>
          </p:cNvPr>
          <p:cNvSpPr/>
          <p:nvPr/>
        </p:nvSpPr>
        <p:spPr>
          <a:xfrm rot="16200000">
            <a:off x="5321864" y="-2516873"/>
            <a:ext cx="505262" cy="5686163"/>
          </a:xfrm>
          <a:prstGeom prst="ellipse">
            <a:avLst/>
          </a:prstGeom>
          <a:noFill/>
          <a:ln w="412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110438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53D61FFA-9242-68BA-0E1B-DC3755ED42C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EB5961-2DF2-47D3-A538-C3172A95AC44}" type="slidenum">
              <a:rPr kumimoji="0" lang="en-US" sz="9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9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5EAF92BB-06D2-38DD-0A40-F66977EFD0FF}"/>
              </a:ext>
            </a:extLst>
          </p:cNvPr>
          <p:cNvPicPr>
            <a:picLocks noChangeAspect="1"/>
          </p:cNvPicPr>
          <p:nvPr/>
        </p:nvPicPr>
        <p:blipFill>
          <a:blip r:embed="rId3"/>
          <a:stretch>
            <a:fillRect/>
          </a:stretch>
        </p:blipFill>
        <p:spPr>
          <a:xfrm>
            <a:off x="2731412" y="0"/>
            <a:ext cx="6729176" cy="6858000"/>
          </a:xfrm>
          <a:prstGeom prst="rect">
            <a:avLst/>
          </a:prstGeom>
        </p:spPr>
      </p:pic>
      <p:sp>
        <p:nvSpPr>
          <p:cNvPr id="4" name="Oval 3">
            <a:extLst>
              <a:ext uri="{FF2B5EF4-FFF2-40B4-BE49-F238E27FC236}">
                <a16:creationId xmlns:a16="http://schemas.microsoft.com/office/drawing/2014/main" id="{BF058331-D893-B11E-1633-13269DC24C8E}"/>
              </a:ext>
            </a:extLst>
          </p:cNvPr>
          <p:cNvSpPr/>
          <p:nvPr/>
        </p:nvSpPr>
        <p:spPr>
          <a:xfrm rot="16200000">
            <a:off x="5462802" y="481230"/>
            <a:ext cx="1937856" cy="5686163"/>
          </a:xfrm>
          <a:prstGeom prst="ellipse">
            <a:avLst/>
          </a:prstGeom>
          <a:noFill/>
          <a:ln w="412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088390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24218E26-8BD3-35D3-6DA8-9AB592EC0229}"/>
              </a:ext>
            </a:extLst>
          </p:cNvPr>
          <p:cNvPicPr>
            <a:picLocks noChangeAspect="1"/>
          </p:cNvPicPr>
          <p:nvPr/>
        </p:nvPicPr>
        <p:blipFill>
          <a:blip r:embed="rId3"/>
          <a:stretch>
            <a:fillRect/>
          </a:stretch>
        </p:blipFill>
        <p:spPr>
          <a:xfrm>
            <a:off x="2737487" y="0"/>
            <a:ext cx="6717025" cy="6858000"/>
          </a:xfrm>
          <a:prstGeom prst="rect">
            <a:avLst/>
          </a:prstGeom>
        </p:spPr>
      </p:pic>
      <p:sp>
        <p:nvSpPr>
          <p:cNvPr id="6" name="Oval 5">
            <a:extLst>
              <a:ext uri="{FF2B5EF4-FFF2-40B4-BE49-F238E27FC236}">
                <a16:creationId xmlns:a16="http://schemas.microsoft.com/office/drawing/2014/main" id="{185D7E17-25ED-9A94-64A2-EA6AF1A58C4B}"/>
              </a:ext>
            </a:extLst>
          </p:cNvPr>
          <p:cNvSpPr/>
          <p:nvPr/>
        </p:nvSpPr>
        <p:spPr>
          <a:xfrm rot="16200000">
            <a:off x="5807539" y="2906607"/>
            <a:ext cx="576919" cy="5686163"/>
          </a:xfrm>
          <a:prstGeom prst="ellipse">
            <a:avLst/>
          </a:prstGeom>
          <a:noFill/>
          <a:ln w="412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3377547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E0B89256-46E8-3EEB-40A8-B592F58AD379}"/>
              </a:ext>
            </a:extLst>
          </p:cNvPr>
          <p:cNvPicPr>
            <a:picLocks noChangeAspect="1"/>
          </p:cNvPicPr>
          <p:nvPr/>
        </p:nvPicPr>
        <p:blipFill>
          <a:blip r:embed="rId3"/>
          <a:stretch>
            <a:fillRect/>
          </a:stretch>
        </p:blipFill>
        <p:spPr>
          <a:xfrm>
            <a:off x="2758812" y="0"/>
            <a:ext cx="6674375" cy="6858000"/>
          </a:xfrm>
          <a:prstGeom prst="rect">
            <a:avLst/>
          </a:prstGeom>
        </p:spPr>
      </p:pic>
    </p:spTree>
    <p:extLst>
      <p:ext uri="{BB962C8B-B14F-4D97-AF65-F5344CB8AC3E}">
        <p14:creationId xmlns:p14="http://schemas.microsoft.com/office/powerpoint/2010/main" val="240576008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E0B89256-46E8-3EEB-40A8-B592F58AD379}"/>
              </a:ext>
            </a:extLst>
          </p:cNvPr>
          <p:cNvPicPr>
            <a:picLocks noChangeAspect="1"/>
          </p:cNvPicPr>
          <p:nvPr/>
        </p:nvPicPr>
        <p:blipFill>
          <a:blip r:embed="rId3"/>
          <a:stretch>
            <a:fillRect/>
          </a:stretch>
        </p:blipFill>
        <p:spPr>
          <a:xfrm>
            <a:off x="2691700" y="-67112"/>
            <a:ext cx="6674375" cy="6858000"/>
          </a:xfrm>
          <a:prstGeom prst="rect">
            <a:avLst/>
          </a:prstGeom>
        </p:spPr>
      </p:pic>
      <p:sp>
        <p:nvSpPr>
          <p:cNvPr id="2" name="Oval 1">
            <a:extLst>
              <a:ext uri="{FF2B5EF4-FFF2-40B4-BE49-F238E27FC236}">
                <a16:creationId xmlns:a16="http://schemas.microsoft.com/office/drawing/2014/main" id="{C986EB93-0567-6FB7-3D3B-AAE391F14F16}"/>
              </a:ext>
            </a:extLst>
          </p:cNvPr>
          <p:cNvSpPr/>
          <p:nvPr/>
        </p:nvSpPr>
        <p:spPr>
          <a:xfrm rot="16200000">
            <a:off x="3297675" y="2162388"/>
            <a:ext cx="576919" cy="1520419"/>
          </a:xfrm>
          <a:prstGeom prst="ellipse">
            <a:avLst/>
          </a:prstGeom>
          <a:noFill/>
          <a:ln w="412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401112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E6C5DFC-3B1C-4530-6204-124416B9528A}"/>
              </a:ext>
            </a:extLst>
          </p:cNvPr>
          <p:cNvPicPr>
            <a:picLocks noChangeAspect="1"/>
          </p:cNvPicPr>
          <p:nvPr/>
        </p:nvPicPr>
        <p:blipFill>
          <a:blip r:embed="rId3"/>
          <a:stretch>
            <a:fillRect/>
          </a:stretch>
        </p:blipFill>
        <p:spPr>
          <a:xfrm>
            <a:off x="3295048" y="0"/>
            <a:ext cx="5601903" cy="6858000"/>
          </a:xfrm>
          <a:prstGeom prst="rect">
            <a:avLst/>
          </a:prstGeom>
        </p:spPr>
      </p:pic>
      <p:sp>
        <p:nvSpPr>
          <p:cNvPr id="2" name="Oval 1">
            <a:extLst>
              <a:ext uri="{FF2B5EF4-FFF2-40B4-BE49-F238E27FC236}">
                <a16:creationId xmlns:a16="http://schemas.microsoft.com/office/drawing/2014/main" id="{3F4D9055-8129-D4F6-7D89-CEEA3D1B0F49}"/>
              </a:ext>
            </a:extLst>
          </p:cNvPr>
          <p:cNvSpPr/>
          <p:nvPr/>
        </p:nvSpPr>
        <p:spPr>
          <a:xfrm rot="16200000">
            <a:off x="6391957" y="3238557"/>
            <a:ext cx="3099986" cy="3480871"/>
          </a:xfrm>
          <a:prstGeom prst="ellipse">
            <a:avLst/>
          </a:prstGeom>
          <a:noFill/>
          <a:ln w="412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9912513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F5785BC-55C4-4086-844F-F4C033A7172A}"/>
              </a:ext>
            </a:extLst>
          </p:cNvPr>
          <p:cNvPicPr>
            <a:picLocks noChangeAspect="1" noChangeArrowheads="1"/>
          </p:cNvPicPr>
          <p:nvPr/>
        </p:nvPicPr>
        <p:blipFill>
          <a:blip r:embed="rId2">
            <a:alphaModFix amt="35000"/>
            <a:extLst>
              <a:ext uri="{28A0092B-C50C-407E-A947-70E740481C1C}">
                <a14:useLocalDpi xmlns:a14="http://schemas.microsoft.com/office/drawing/2010/main" val="0"/>
              </a:ext>
            </a:extLst>
          </a:blip>
          <a:srcRect/>
          <a:stretch>
            <a:fillRect/>
          </a:stretch>
        </p:blipFill>
        <p:spPr bwMode="auto">
          <a:xfrm>
            <a:off x="0" y="86498"/>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99FF9DD6-62B7-4F6E-8F7F-D89FB5E56019}"/>
              </a:ext>
            </a:extLst>
          </p:cNvPr>
          <p:cNvSpPr txBox="1"/>
          <p:nvPr/>
        </p:nvSpPr>
        <p:spPr>
          <a:xfrm>
            <a:off x="356287" y="1908632"/>
            <a:ext cx="11479426" cy="486287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500" b="1" i="0" u="none" strike="noStrike" kern="1200" cap="none" spc="0" normalizeH="0" baseline="0" noProof="0" dirty="0">
                <a:ln>
                  <a:noFill/>
                </a:ln>
                <a:solidFill>
                  <a:prstClr val="black"/>
                </a:solidFill>
                <a:effectLst/>
                <a:uLnTx/>
                <a:uFillTx/>
                <a:latin typeface="Calibri" panose="020F0502020204030204"/>
                <a:ea typeface="+mn-ea"/>
                <a:cs typeface="+mn-cs"/>
              </a:rPr>
              <a:t>Confer with your pod:</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6500" b="1" dirty="0">
                <a:solidFill>
                  <a:prstClr val="black"/>
                </a:solidFill>
                <a:latin typeface="Calibri" panose="020F0502020204030204"/>
              </a:rPr>
              <a:t>What kind of R&amp;D can you do for your project? Where would you look?</a:t>
            </a:r>
            <a:r>
              <a:rPr kumimoji="0" lang="en-US" sz="6500" b="1"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 typeface="Wingdings" panose="05000000000000000000" pitchFamily="2" charset="2"/>
              <a:buChar char="q"/>
              <a:tabLst/>
              <a:defRPr/>
            </a:pP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850342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F5785BC-55C4-4086-844F-F4C033A7172A}"/>
              </a:ext>
            </a:extLst>
          </p:cNvPr>
          <p:cNvPicPr>
            <a:picLocks noChangeAspect="1" noChangeArrowheads="1"/>
          </p:cNvPicPr>
          <p:nvPr/>
        </p:nvPicPr>
        <p:blipFill>
          <a:blip r:embed="rId2">
            <a:alphaModFix amt="35000"/>
            <a:extLst>
              <a:ext uri="{28A0092B-C50C-407E-A947-70E740481C1C}">
                <a14:useLocalDpi xmlns:a14="http://schemas.microsoft.com/office/drawing/2010/main" val="0"/>
              </a:ext>
            </a:extLst>
          </a:blip>
          <a:srcRect/>
          <a:stretch>
            <a:fillRect/>
          </a:stretch>
        </p:blipFill>
        <p:spPr bwMode="auto">
          <a:xfrm>
            <a:off x="0" y="86498"/>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99FF9DD6-62B7-4F6E-8F7F-D89FB5E56019}"/>
              </a:ext>
            </a:extLst>
          </p:cNvPr>
          <p:cNvSpPr txBox="1"/>
          <p:nvPr/>
        </p:nvSpPr>
        <p:spPr>
          <a:xfrm>
            <a:off x="356287" y="1908632"/>
            <a:ext cx="11479426" cy="186204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500" b="1" i="0" u="none" strike="noStrike" kern="1200" cap="none" spc="0" normalizeH="0" baseline="0" noProof="0" dirty="0">
                <a:ln>
                  <a:noFill/>
                </a:ln>
                <a:solidFill>
                  <a:prstClr val="black"/>
                </a:solidFill>
                <a:effectLst/>
                <a:uLnTx/>
                <a:uFillTx/>
                <a:latin typeface="Calibri" panose="020F0502020204030204"/>
                <a:ea typeface="+mn-ea"/>
                <a:cs typeface="+mn-cs"/>
              </a:rPr>
              <a:t>Confer with your 2 classmates: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 typeface="Wingdings" panose="05000000000000000000" pitchFamily="2" charset="2"/>
              <a:buChar char="q"/>
              <a:tabLst/>
              <a:defRPr/>
            </a:pPr>
            <a:endParaRPr kumimoji="0" lang="en-US" sz="25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 name="Picture 1" descr="2 min Countdown on Make a GIF">
            <a:extLst>
              <a:ext uri="{FF2B5EF4-FFF2-40B4-BE49-F238E27FC236}">
                <a16:creationId xmlns:a16="http://schemas.microsoft.com/office/drawing/2014/main" id="{2359547F-8292-105A-E224-FDF55B43674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0"/>
            <a:ext cx="1294373" cy="7738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526996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Backgrounds Gold - Wallpaper Cave">
            <a:extLst>
              <a:ext uri="{FF2B5EF4-FFF2-40B4-BE49-F238E27FC236}">
                <a16:creationId xmlns:a16="http://schemas.microsoft.com/office/drawing/2014/main" id="{4BF0455D-E564-0A6B-5755-A1213975BA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8367"/>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7171" name="Content Placeholder 2"/>
          <p:cNvSpPr txBox="1">
            <a:spLocks/>
          </p:cNvSpPr>
          <p:nvPr/>
        </p:nvSpPr>
        <p:spPr>
          <a:xfrm>
            <a:off x="678739" y="1308682"/>
            <a:ext cx="9952229" cy="5047668"/>
          </a:xfrm>
          <a:prstGeom prst="rect">
            <a:avLst/>
          </a:prstGeom>
        </p:spPr>
        <p:txBody>
          <a:bodyPr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lnSpc>
                <a:spcPct val="100000"/>
              </a:lnSpc>
              <a:spcBef>
                <a:spcPts val="0"/>
              </a:spcBef>
              <a:buNone/>
              <a:defRPr/>
            </a:pPr>
            <a:r>
              <a:rPr lang="en-US" sz="6600" b="1" dirty="0">
                <a:latin typeface="Calibri" panose="020F0502020204030204"/>
                <a:ea typeface="Meiryo" panose="020B0604030504040204" pitchFamily="34" charset="-128"/>
                <a:cs typeface="Calibri" panose="020F0502020204030204" pitchFamily="34" charset="0"/>
              </a:rPr>
              <a:t>Make sure you know the answers to the Big 5 Pre-Questions before formally start the scope of work.</a:t>
            </a:r>
            <a:endParaRPr lang="en-US" sz="6600" b="1" dirty="0">
              <a:latin typeface="Meiryo" panose="020B0604030504040204" pitchFamily="34" charset="-128"/>
              <a:ea typeface="Meiryo" panose="020B0604030504040204" pitchFamily="34" charset="-128"/>
              <a:cs typeface="Calibri" panose="020F0502020204030204" pitchFamily="34" charset="0"/>
            </a:endParaRPr>
          </a:p>
        </p:txBody>
      </p:sp>
      <p:pic>
        <p:nvPicPr>
          <p:cNvPr id="2" name="Picture 16" descr="Tuition PNG Transparent Images Free Download | Vector Files | Pngtree">
            <a:extLst>
              <a:ext uri="{FF2B5EF4-FFF2-40B4-BE49-F238E27FC236}">
                <a16:creationId xmlns:a16="http://schemas.microsoft.com/office/drawing/2014/main" id="{EF99BC6A-F355-ECF5-B9D6-EC01F748D7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599264">
            <a:off x="9402025" y="503174"/>
            <a:ext cx="3158979" cy="12328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2710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7171">
                                            <p:txEl>
                                              <p:pRg st="0" end="0"/>
                                            </p:txEl>
                                          </p:spTgt>
                                        </p:tgtEl>
                                        <p:attrNameLst>
                                          <p:attrName>style.visibility</p:attrName>
                                        </p:attrNameLst>
                                      </p:cBhvr>
                                      <p:to>
                                        <p:strVal val="visible"/>
                                      </p:to>
                                    </p:set>
                                    <p:anim calcmode="lin" valueType="num">
                                      <p:cBhvr>
                                        <p:cTn id="7" dur="1000" fill="hold"/>
                                        <p:tgtEl>
                                          <p:spTgt spid="7171">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7171">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7171">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717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a:extLst>
              <a:ext uri="{FF2B5EF4-FFF2-40B4-BE49-F238E27FC236}">
                <a16:creationId xmlns:a16="http://schemas.microsoft.com/office/drawing/2014/main" id="{DEB04FB7-A7D7-418F-5ED5-95C51E033A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125658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a:extLst>
              <a:ext uri="{FF2B5EF4-FFF2-40B4-BE49-F238E27FC236}">
                <a16:creationId xmlns:a16="http://schemas.microsoft.com/office/drawing/2014/main" id="{DEB04FB7-A7D7-418F-5ED5-95C51E033A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Content Placeholder 2">
            <a:extLst>
              <a:ext uri="{FF2B5EF4-FFF2-40B4-BE49-F238E27FC236}">
                <a16:creationId xmlns:a16="http://schemas.microsoft.com/office/drawing/2014/main" id="{CA006236-8143-BBFF-EDC7-28FB1FD89D5C}"/>
              </a:ext>
            </a:extLst>
          </p:cNvPr>
          <p:cNvSpPr txBox="1">
            <a:spLocks/>
          </p:cNvSpPr>
          <p:nvPr/>
        </p:nvSpPr>
        <p:spPr>
          <a:xfrm>
            <a:off x="6426437" y="5811469"/>
            <a:ext cx="5418034" cy="1046531"/>
          </a:xfrm>
          <a:prstGeom prst="rect">
            <a:avLst/>
          </a:prstGeom>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fontAlgn="base">
              <a:lnSpc>
                <a:spcPct val="120000"/>
              </a:lnSpc>
              <a:spcBef>
                <a:spcPts val="0"/>
              </a:spcBef>
              <a:buFont typeface="Wingdings" panose="05000000000000000000" pitchFamily="2" charset="2"/>
              <a:buChar char="q"/>
            </a:pPr>
            <a:r>
              <a:rPr lang="en-US" sz="4000" b="1" dirty="0">
                <a:solidFill>
                  <a:schemeClr val="bg1"/>
                </a:solidFill>
              </a:rPr>
              <a:t> Class 8 Check-In</a:t>
            </a:r>
          </a:p>
        </p:txBody>
      </p:sp>
    </p:spTree>
    <p:extLst>
      <p:ext uri="{BB962C8B-B14F-4D97-AF65-F5344CB8AC3E}">
        <p14:creationId xmlns:p14="http://schemas.microsoft.com/office/powerpoint/2010/main" val="1812745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theme/theme1.xml><?xml version="1.0" encoding="utf-8"?>
<a:theme xmlns:a="http://schemas.openxmlformats.org/drawingml/2006/main" name="GestaltVTI">
  <a:themeElements>
    <a:clrScheme name="Gestalt">
      <a:dk1>
        <a:srgbClr val="000000"/>
      </a:dk1>
      <a:lt1>
        <a:sysClr val="window" lastClr="FFFFFF"/>
      </a:lt1>
      <a:dk2>
        <a:srgbClr val="262626"/>
      </a:dk2>
      <a:lt2>
        <a:srgbClr val="F7F7F7"/>
      </a:lt2>
      <a:accent1>
        <a:srgbClr val="EBA000"/>
      </a:accent1>
      <a:accent2>
        <a:srgbClr val="00BAC8"/>
      </a:accent2>
      <a:accent3>
        <a:srgbClr val="E64823"/>
      </a:accent3>
      <a:accent4>
        <a:srgbClr val="4D5AFF"/>
      </a:accent4>
      <a:accent5>
        <a:srgbClr val="FE5D21"/>
      </a:accent5>
      <a:accent6>
        <a:srgbClr val="00C777"/>
      </a:accent6>
      <a:hlink>
        <a:srgbClr val="2998E3"/>
      </a:hlink>
      <a:folHlink>
        <a:srgbClr val="939393"/>
      </a:folHlink>
    </a:clrScheme>
    <a:fontScheme name="Gestalt">
      <a:majorFont>
        <a:latin typeface="Bierstadt"/>
        <a:ea typeface=""/>
        <a:cs typeface=""/>
      </a:majorFont>
      <a:minorFont>
        <a:latin typeface="Bierstad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GestaltVTI" id="{4F87C71D-53D1-4B71-BF97-FD0EA4B25665}" vid="{A110AFC4-8D8A-4C02-8885-7BA370B379B5}"/>
    </a:ext>
  </a:extLst>
</a:theme>
</file>

<file path=ppt/theme/theme2.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Top Shadow">
      <a:fillStyleLst>
        <a:solidFill>
          <a:schemeClr val="phClr"/>
        </a:solidFill>
        <a:gradFill rotWithShape="1">
          <a:gsLst>
            <a:gs pos="0">
              <a:schemeClr val="phClr">
                <a:tint val="10000"/>
                <a:satMod val="300000"/>
              </a:schemeClr>
            </a:gs>
            <a:gs pos="34000">
              <a:schemeClr val="phClr">
                <a:tint val="13500"/>
                <a:satMod val="250000"/>
              </a:schemeClr>
            </a:gs>
            <a:gs pos="100000">
              <a:schemeClr val="phClr">
                <a:tint val="60000"/>
                <a:satMod val="200000"/>
              </a:schemeClr>
            </a:gs>
          </a:gsLst>
          <a:path path="circle">
            <a:fillToRect l="50000" t="155000" r="50000" b="-55000"/>
          </a:path>
        </a:gradFill>
        <a:gradFill rotWithShape="1">
          <a:gsLst>
            <a:gs pos="0">
              <a:schemeClr val="phClr">
                <a:tint val="60000"/>
                <a:satMod val="160000"/>
              </a:schemeClr>
            </a:gs>
            <a:gs pos="46000">
              <a:schemeClr val="phClr">
                <a:tint val="86000"/>
                <a:satMod val="160000"/>
              </a:schemeClr>
            </a:gs>
            <a:gs pos="100000">
              <a:schemeClr val="phClr">
                <a:shade val="40000"/>
                <a:satMod val="160000"/>
              </a:schemeClr>
            </a:gs>
          </a:gsLst>
          <a:path path="circle">
            <a:fillToRect l="50000" t="155000" r="50000" b="-55000"/>
          </a:path>
        </a:gradFill>
      </a:fillStyleLst>
      <a:lnStyleLst>
        <a:ln w="9525" cap="flat" cmpd="sng" algn="ctr">
          <a:solidFill>
            <a:schemeClr val="phClr">
              <a:satMod val="120000"/>
            </a:schemeClr>
          </a:solidFill>
          <a:prstDash val="solid"/>
        </a:ln>
        <a:ln w="12700" cap="flat" cmpd="sng" algn="ctr">
          <a:solidFill>
            <a:schemeClr val="phClr"/>
          </a:solidFill>
          <a:prstDash val="solid"/>
        </a:ln>
        <a:ln w="25400" cap="flat" cmpd="sng" algn="ctr">
          <a:solidFill>
            <a:schemeClr val="phClr"/>
          </a:solidFill>
          <a:prstDash val="solid"/>
        </a:ln>
      </a:lnStyleLst>
      <a:effectStyleLst>
        <a:effectStyle>
          <a:effectLst>
            <a:outerShdw blurRad="63500" dist="25400" dir="14700000" algn="t" rotWithShape="0">
              <a:srgbClr val="000000">
                <a:alpha val="50000"/>
              </a:srgbClr>
            </a:outerShdw>
          </a:effectLst>
        </a:effectStyle>
        <a:effectStyle>
          <a:effectLst>
            <a:outerShdw blurRad="50800" dist="38100" dir="14700000" algn="t" rotWithShape="0">
              <a:srgbClr val="000000">
                <a:alpha val="60000"/>
              </a:srgbClr>
            </a:outerShdw>
          </a:effectLst>
        </a:effectStyle>
        <a:effectStyle>
          <a:effectLst>
            <a:outerShdw blurRad="53975" dist="41275" dir="14700000" algn="t" rotWithShape="0">
              <a:srgbClr val="000000">
                <a:alpha val="60000"/>
              </a:srgbClr>
            </a:outerShdw>
          </a:effectLst>
          <a:scene3d>
            <a:camera prst="orthographicFront">
              <a:rot lat="0" lon="0" rev="0"/>
            </a:camera>
            <a:lightRig rig="contrasting" dir="t">
              <a:rot lat="0" lon="0" rev="3600000"/>
            </a:lightRig>
          </a:scene3d>
          <a:sp3d prstMaterial="plastic">
            <a:bevelT w="127000" h="38200" prst="relaxedInse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Parcel">
  <a:themeElements>
    <a:clrScheme name="Parcel">
      <a:dk1>
        <a:srgbClr val="000000"/>
      </a:dk1>
      <a:lt1>
        <a:srgbClr val="FFFFFF"/>
      </a:lt1>
      <a:dk2>
        <a:srgbClr val="4A5356"/>
      </a:dk2>
      <a:lt2>
        <a:srgbClr val="E8E3CE"/>
      </a:lt2>
      <a:accent1>
        <a:srgbClr val="F6A21D"/>
      </a:accent1>
      <a:accent2>
        <a:srgbClr val="9BAFB5"/>
      </a:accent2>
      <a:accent3>
        <a:srgbClr val="C96731"/>
      </a:accent3>
      <a:accent4>
        <a:srgbClr val="9CA383"/>
      </a:accent4>
      <a:accent5>
        <a:srgbClr val="87795D"/>
      </a:accent5>
      <a:accent6>
        <a:srgbClr val="A0988C"/>
      </a:accent6>
      <a:hlink>
        <a:srgbClr val="00B0F0"/>
      </a:hlink>
      <a:folHlink>
        <a:srgbClr val="738F97"/>
      </a:folHlink>
    </a:clrScheme>
    <a:fontScheme name="Parcel">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Parcel">
      <a:fillStyleLst>
        <a:solidFill>
          <a:schemeClr val="phClr"/>
        </a:solidFill>
        <a:gradFill rotWithShape="1">
          <a:gsLst>
            <a:gs pos="0">
              <a:schemeClr val="phClr">
                <a:tint val="80000"/>
                <a:satMod val="107000"/>
                <a:lumMod val="103000"/>
              </a:schemeClr>
            </a:gs>
            <a:gs pos="100000">
              <a:schemeClr val="phClr">
                <a:tint val="82000"/>
                <a:satMod val="109000"/>
                <a:lumMod val="103000"/>
              </a:schemeClr>
            </a:gs>
          </a:gsLst>
          <a:lin ang="5400000" scaled="0"/>
        </a:gradFill>
        <a:gradFill rotWithShape="1">
          <a:gsLst>
            <a:gs pos="0">
              <a:schemeClr val="phClr">
                <a:tint val="97000"/>
                <a:satMod val="100000"/>
                <a:lumMod val="102000"/>
              </a:schemeClr>
            </a:gs>
            <a:gs pos="50000">
              <a:schemeClr val="phClr">
                <a:shade val="100000"/>
                <a:satMod val="103000"/>
                <a:lumMod val="100000"/>
              </a:schemeClr>
            </a:gs>
            <a:gs pos="100000">
              <a:schemeClr val="phClr">
                <a:shade val="93000"/>
                <a:satMod val="110000"/>
                <a:lumMod val="99000"/>
              </a:schemeClr>
            </a:gs>
          </a:gsLst>
          <a:lin ang="5400000" scaled="0"/>
        </a:gradFill>
      </a:fillStyleLst>
      <a:lnStyleLst>
        <a:ln w="6350" cap="flat" cmpd="sng" algn="ctr">
          <a:solidFill>
            <a:schemeClr val="phClr"/>
          </a:solidFill>
          <a:prstDash val="solid"/>
        </a:ln>
        <a:ln w="12700" cap="flat" cmpd="sng" algn="ctr">
          <a:solidFill>
            <a:schemeClr val="phClr"/>
          </a:solidFill>
          <a:prstDash val="solid"/>
        </a:ln>
        <a:ln w="31750" cap="flat" cmpd="sng" algn="ctr">
          <a:solidFill>
            <a:schemeClr val="phClr"/>
          </a:solidFill>
          <a:prstDash val="solid"/>
        </a:ln>
      </a:lnStyleLst>
      <a:effectStyleLst>
        <a:effectStyle>
          <a:effectLst/>
        </a:effectStyle>
        <a:effectStyle>
          <a:effectLst/>
        </a:effectStyle>
        <a:effectStyle>
          <a:effectLst>
            <a:outerShdw blurRad="55880" dist="15240" dir="5400000" algn="ctr" rotWithShape="0">
              <a:srgbClr val="000000">
                <a:alpha val="45000"/>
              </a:srgbClr>
            </a:outerShdw>
          </a:effectLst>
          <a:scene3d>
            <a:camera prst="orthographicFront">
              <a:rot lat="0" lon="0" rev="0"/>
            </a:camera>
            <a:lightRig rig="brightRoom" dir="tl"/>
          </a:scene3d>
          <a:sp3d prstMaterial="dkEdge">
            <a:bevelT w="0" h="0"/>
          </a:sp3d>
        </a:effectStyle>
      </a:effectStyleLst>
      <a:bgFillStyleLst>
        <a:solidFill>
          <a:schemeClr val="phClr"/>
        </a:solidFill>
        <a:solidFill>
          <a:schemeClr val="phClr">
            <a:tint val="95000"/>
            <a:satMod val="170000"/>
          </a:schemeClr>
        </a:solidFill>
        <a:gradFill rotWithShape="1">
          <a:gsLst>
            <a:gs pos="0">
              <a:schemeClr val="phClr">
                <a:tint val="97000"/>
                <a:shade val="100000"/>
                <a:satMod val="185000"/>
                <a:lumMod val="120000"/>
              </a:schemeClr>
            </a:gs>
            <a:gs pos="100000">
              <a:schemeClr val="phClr">
                <a:tint val="96000"/>
                <a:shade val="95000"/>
                <a:satMod val="215000"/>
                <a:lumMod val="80000"/>
              </a:schemeClr>
            </a:gs>
          </a:gsLst>
          <a:path path="circle">
            <a:fillToRect l="50000" t="55000" r="125000" b="100000"/>
          </a:path>
        </a:gradFill>
      </a:bgFillStyleLst>
    </a:fmtScheme>
  </a:themeElements>
  <a:objectDefaults/>
  <a:extraClrSchemeLst/>
  <a:extLst>
    <a:ext uri="{05A4C25C-085E-4340-85A3-A5531E510DB2}">
      <thm15:themeFamily xmlns:thm15="http://schemas.microsoft.com/office/thememl/2012/main" name="Parcel" id="{8BEC4385-4EB9-4D53-BFB5-0EA123736B6D}" vid="{4DB32801-28C0-48B0-8C1D-A9A58613615A}"/>
    </a:ext>
  </a:ext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5.xml><?xml version="1.0" encoding="utf-8"?>
<a:theme xmlns:a="http://schemas.openxmlformats.org/drawingml/2006/main" name="3_Retrospect">
  <a:themeElements>
    <a:clrScheme name="Retrospect">
      <a:dk1>
        <a:sysClr val="windowText" lastClr="000000"/>
      </a:dk1>
      <a:lt1>
        <a:sysClr val="window" lastClr="FFFFFF"/>
      </a:lt1>
      <a:dk2>
        <a:srgbClr val="344068"/>
      </a:dk2>
      <a:lt2>
        <a:srgbClr val="D9E0E6"/>
      </a:lt2>
      <a:accent1>
        <a:srgbClr val="1CADE4"/>
      </a:accent1>
      <a:accent2>
        <a:srgbClr val="2683C6"/>
      </a:accent2>
      <a:accent3>
        <a:srgbClr val="28C4CC"/>
      </a:accent3>
      <a:accent4>
        <a:srgbClr val="42BA97"/>
      </a:accent4>
      <a:accent5>
        <a:srgbClr val="3E8853"/>
      </a:accent5>
      <a:accent6>
        <a:srgbClr val="62A39F"/>
      </a:accent6>
      <a:hlink>
        <a:srgbClr val="6EAC1C"/>
      </a:hlink>
      <a:folHlink>
        <a:srgbClr val="B26B02"/>
      </a:folHlink>
    </a:clrScheme>
    <a:fontScheme name="Retrospect">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Retrospect" id="{5F128B03-DCCA-4EEB-AB3B-CF2899314A46}" vid="{9CC26709-368C-4D72-9060-94E5B3FF3CD6}"/>
    </a:ext>
  </a:extLst>
</a:theme>
</file>

<file path=ppt/theme/theme6.xml><?xml version="1.0" encoding="utf-8"?>
<a:theme xmlns:a="http://schemas.openxmlformats.org/drawingml/2006/main" name="1_Metropolitan">
  <a:themeElements>
    <a:clrScheme name="Metropolitan">
      <a:dk1>
        <a:sysClr val="windowText" lastClr="000000"/>
      </a:dk1>
      <a:lt1>
        <a:sysClr val="window" lastClr="FFFFFF"/>
      </a:lt1>
      <a:dk2>
        <a:srgbClr val="4E3B30"/>
      </a:dk2>
      <a:lt2>
        <a:srgbClr val="FBEEC9"/>
      </a:lt2>
      <a:accent1>
        <a:srgbClr val="F0A22E"/>
      </a:accent1>
      <a:accent2>
        <a:srgbClr val="A5644E"/>
      </a:accent2>
      <a:accent3>
        <a:srgbClr val="B58B80"/>
      </a:accent3>
      <a:accent4>
        <a:srgbClr val="C3986D"/>
      </a:accent4>
      <a:accent5>
        <a:srgbClr val="A19574"/>
      </a:accent5>
      <a:accent6>
        <a:srgbClr val="C17529"/>
      </a:accent6>
      <a:hlink>
        <a:srgbClr val="AD1F1F"/>
      </a:hlink>
      <a:folHlink>
        <a:srgbClr val="FFC42F"/>
      </a:folHlink>
    </a:clrScheme>
    <a:fontScheme name="Metropolitan">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Metropolitan">
      <a:fillStyleLst>
        <a:solidFill>
          <a:schemeClr val="phClr"/>
        </a:solidFill>
        <a:gradFill rotWithShape="1">
          <a:gsLst>
            <a:gs pos="0">
              <a:schemeClr val="phClr">
                <a:tint val="70000"/>
                <a:satMod val="100000"/>
                <a:lumMod val="110000"/>
              </a:schemeClr>
            </a:gs>
            <a:gs pos="50000">
              <a:schemeClr val="phClr">
                <a:tint val="75000"/>
                <a:satMod val="101000"/>
                <a:lumMod val="105000"/>
              </a:schemeClr>
            </a:gs>
            <a:gs pos="100000">
              <a:schemeClr val="phClr">
                <a:tint val="82000"/>
                <a:satMod val="104000"/>
                <a:lumMod val="105000"/>
              </a:schemeClr>
            </a:gs>
          </a:gsLst>
          <a:lin ang="2700000" scaled="0"/>
        </a:gradFill>
        <a:gradFill rotWithShape="1">
          <a:gsLst>
            <a:gs pos="0">
              <a:schemeClr val="phClr">
                <a:tint val="97000"/>
                <a:satMod val="100000"/>
                <a:lumMod val="102000"/>
              </a:schemeClr>
            </a:gs>
            <a:gs pos="50000">
              <a:schemeClr val="phClr">
                <a:shade val="100000"/>
                <a:satMod val="100000"/>
                <a:lumMod val="100000"/>
              </a:schemeClr>
            </a:gs>
            <a:gs pos="100000">
              <a:schemeClr val="phClr">
                <a:shade val="80000"/>
                <a:satMod val="100000"/>
                <a:lumMod val="99000"/>
              </a:schemeClr>
            </a:gs>
          </a:gsLst>
          <a:lin ang="27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Metropolitan" id="{4C5440D6-04D2-4954-96CF-F251137069B2}" vid="{0941A018-FB9B-4401-A32C-7E04526866E0}"/>
    </a:ext>
  </a:extLst>
</a:theme>
</file>

<file path=ppt/theme/theme7.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4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Top Shadow">
      <a:fillStyleLst>
        <a:solidFill>
          <a:schemeClr val="phClr"/>
        </a:solidFill>
        <a:gradFill rotWithShape="1">
          <a:gsLst>
            <a:gs pos="0">
              <a:schemeClr val="phClr">
                <a:tint val="10000"/>
                <a:satMod val="300000"/>
              </a:schemeClr>
            </a:gs>
            <a:gs pos="34000">
              <a:schemeClr val="phClr">
                <a:tint val="13500"/>
                <a:satMod val="250000"/>
              </a:schemeClr>
            </a:gs>
            <a:gs pos="100000">
              <a:schemeClr val="phClr">
                <a:tint val="60000"/>
                <a:satMod val="200000"/>
              </a:schemeClr>
            </a:gs>
          </a:gsLst>
          <a:path path="circle">
            <a:fillToRect l="50000" t="155000" r="50000" b="-55000"/>
          </a:path>
        </a:gradFill>
        <a:gradFill rotWithShape="1">
          <a:gsLst>
            <a:gs pos="0">
              <a:schemeClr val="phClr">
                <a:tint val="60000"/>
                <a:satMod val="160000"/>
              </a:schemeClr>
            </a:gs>
            <a:gs pos="46000">
              <a:schemeClr val="phClr">
                <a:tint val="86000"/>
                <a:satMod val="160000"/>
              </a:schemeClr>
            </a:gs>
            <a:gs pos="100000">
              <a:schemeClr val="phClr">
                <a:shade val="40000"/>
                <a:satMod val="160000"/>
              </a:schemeClr>
            </a:gs>
          </a:gsLst>
          <a:path path="circle">
            <a:fillToRect l="50000" t="155000" r="50000" b="-55000"/>
          </a:path>
        </a:gradFill>
      </a:fillStyleLst>
      <a:lnStyleLst>
        <a:ln w="9525" cap="flat" cmpd="sng" algn="ctr">
          <a:solidFill>
            <a:schemeClr val="phClr">
              <a:satMod val="120000"/>
            </a:schemeClr>
          </a:solidFill>
          <a:prstDash val="solid"/>
        </a:ln>
        <a:ln w="12700" cap="flat" cmpd="sng" algn="ctr">
          <a:solidFill>
            <a:schemeClr val="phClr"/>
          </a:solidFill>
          <a:prstDash val="solid"/>
        </a:ln>
        <a:ln w="25400" cap="flat" cmpd="sng" algn="ctr">
          <a:solidFill>
            <a:schemeClr val="phClr"/>
          </a:solidFill>
          <a:prstDash val="solid"/>
        </a:ln>
      </a:lnStyleLst>
      <a:effectStyleLst>
        <a:effectStyle>
          <a:effectLst>
            <a:outerShdw blurRad="63500" dist="25400" dir="14700000" algn="t" rotWithShape="0">
              <a:srgbClr val="000000">
                <a:alpha val="50000"/>
              </a:srgbClr>
            </a:outerShdw>
          </a:effectLst>
        </a:effectStyle>
        <a:effectStyle>
          <a:effectLst>
            <a:outerShdw blurRad="50800" dist="38100" dir="14700000" algn="t" rotWithShape="0">
              <a:srgbClr val="000000">
                <a:alpha val="60000"/>
              </a:srgbClr>
            </a:outerShdw>
          </a:effectLst>
        </a:effectStyle>
        <a:effectStyle>
          <a:effectLst>
            <a:outerShdw blurRad="53975" dist="41275" dir="14700000" algn="t" rotWithShape="0">
              <a:srgbClr val="000000">
                <a:alpha val="60000"/>
              </a:srgbClr>
            </a:outerShdw>
          </a:effectLst>
          <a:scene3d>
            <a:camera prst="orthographicFront">
              <a:rot lat="0" lon="0" rev="0"/>
            </a:camera>
            <a:lightRig rig="contrasting" dir="t">
              <a:rot lat="0" lon="0" rev="3600000"/>
            </a:lightRig>
          </a:scene3d>
          <a:sp3d prstMaterial="plastic">
            <a:bevelT w="127000" h="38200" prst="relaxedInse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circles">
  <a:themeElements>
    <a:clrScheme name="Custom 372">
      <a:dk1>
        <a:srgbClr val="000000"/>
      </a:dk1>
      <a:lt1>
        <a:srgbClr val="FFFFFF"/>
      </a:lt1>
      <a:dk2>
        <a:srgbClr val="000000"/>
      </a:dk2>
      <a:lt2>
        <a:srgbClr val="000000"/>
      </a:lt2>
      <a:accent1>
        <a:srgbClr val="FFFFFF"/>
      </a:accent1>
      <a:accent2>
        <a:srgbClr val="333399"/>
      </a:accent2>
      <a:accent3>
        <a:srgbClr val="FFFFFF"/>
      </a:accent3>
      <a:accent4>
        <a:srgbClr val="989898"/>
      </a:accent4>
      <a:accent5>
        <a:srgbClr val="FFFFFF"/>
      </a:accent5>
      <a:accent6>
        <a:srgbClr val="2D2D8A"/>
      </a:accent6>
      <a:hlink>
        <a:srgbClr val="4C4C4C"/>
      </a:hlink>
      <a:folHlink>
        <a:srgbClr val="66CCFF"/>
      </a:folHlink>
    </a:clrScheme>
    <a:fontScheme name="circ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circle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circles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circles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circles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circles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circles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circles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circles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circles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circles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circles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circles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circles 13">
        <a:dk1>
          <a:srgbClr val="000066"/>
        </a:dk1>
        <a:lt1>
          <a:srgbClr val="FFFFFF"/>
        </a:lt1>
        <a:dk2>
          <a:srgbClr val="000066"/>
        </a:dk2>
        <a:lt2>
          <a:srgbClr val="808080"/>
        </a:lt2>
        <a:accent1>
          <a:srgbClr val="BBE0E3"/>
        </a:accent1>
        <a:accent2>
          <a:srgbClr val="333399"/>
        </a:accent2>
        <a:accent3>
          <a:srgbClr val="FFFFFF"/>
        </a:accent3>
        <a:accent4>
          <a:srgbClr val="000056"/>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circles 14">
        <a:dk1>
          <a:srgbClr val="000066"/>
        </a:dk1>
        <a:lt1>
          <a:srgbClr val="FFFFFF"/>
        </a:lt1>
        <a:dk2>
          <a:srgbClr val="000066"/>
        </a:dk2>
        <a:lt2>
          <a:srgbClr val="808080"/>
        </a:lt2>
        <a:accent1>
          <a:srgbClr val="BBE0E3"/>
        </a:accent1>
        <a:accent2>
          <a:srgbClr val="333399"/>
        </a:accent2>
        <a:accent3>
          <a:srgbClr val="FFFFFF"/>
        </a:accent3>
        <a:accent4>
          <a:srgbClr val="000056"/>
        </a:accent4>
        <a:accent5>
          <a:srgbClr val="DAEDEF"/>
        </a:accent5>
        <a:accent6>
          <a:srgbClr val="2D2D8A"/>
        </a:accent6>
        <a:hlink>
          <a:srgbClr val="3366FF"/>
        </a:hlink>
        <a:folHlink>
          <a:srgbClr val="6699FF"/>
        </a:folHlink>
      </a:clrScheme>
      <a:clrMap bg1="lt1" tx1="dk1" bg2="lt2" tx2="dk2" accent1="accent1" accent2="accent2" accent3="accent3" accent4="accent4" accent5="accent5" accent6="accent6" hlink="hlink" folHlink="folHlink"/>
    </a:extraClrScheme>
    <a:extraClrScheme>
      <a:clrScheme name="circles 15">
        <a:dk1>
          <a:srgbClr val="000066"/>
        </a:dk1>
        <a:lt1>
          <a:srgbClr val="FFFFFF"/>
        </a:lt1>
        <a:dk2>
          <a:srgbClr val="000066"/>
        </a:dk2>
        <a:lt2>
          <a:srgbClr val="808080"/>
        </a:lt2>
        <a:accent1>
          <a:srgbClr val="BBE0E3"/>
        </a:accent1>
        <a:accent2>
          <a:srgbClr val="333399"/>
        </a:accent2>
        <a:accent3>
          <a:srgbClr val="FFFFFF"/>
        </a:accent3>
        <a:accent4>
          <a:srgbClr val="000056"/>
        </a:accent4>
        <a:accent5>
          <a:srgbClr val="DAEDEF"/>
        </a:accent5>
        <a:accent6>
          <a:srgbClr val="2D2D8A"/>
        </a:accent6>
        <a:hlink>
          <a:srgbClr val="000066"/>
        </a:hlink>
        <a:folHlink>
          <a:srgbClr val="3333FF"/>
        </a:folHlink>
      </a:clrScheme>
      <a:clrMap bg1="lt1" tx1="dk1" bg2="lt2" tx2="dk2" accent1="accent1" accent2="accent2" accent3="accent3" accent4="accent4" accent5="accent5" accent6="accent6" hlink="hlink" folHlink="folHlink"/>
    </a:extraClrScheme>
    <a:extraClrScheme>
      <a:clrScheme name="circles 16">
        <a:dk1>
          <a:srgbClr val="000066"/>
        </a:dk1>
        <a:lt1>
          <a:srgbClr val="FFFFFF"/>
        </a:lt1>
        <a:dk2>
          <a:srgbClr val="000066"/>
        </a:dk2>
        <a:lt2>
          <a:srgbClr val="808080"/>
        </a:lt2>
        <a:accent1>
          <a:srgbClr val="CCECFF"/>
        </a:accent1>
        <a:accent2>
          <a:srgbClr val="333399"/>
        </a:accent2>
        <a:accent3>
          <a:srgbClr val="FFFFFF"/>
        </a:accent3>
        <a:accent4>
          <a:srgbClr val="000056"/>
        </a:accent4>
        <a:accent5>
          <a:srgbClr val="E2F4FF"/>
        </a:accent5>
        <a:accent6>
          <a:srgbClr val="2D2D8A"/>
        </a:accent6>
        <a:hlink>
          <a:srgbClr val="000066"/>
        </a:hlink>
        <a:folHlink>
          <a:srgbClr val="3333FF"/>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7_Office Theme">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2_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_JB_v2" id="{E6E25CD2-8512-4B49-9A83-9AC317278B8F}" vid="{100AFDCD-A339-4D94-B373-F9848C2D26BE}"/>
    </a:ext>
  </a:extLst>
</a:theme>
</file>

<file path=ppt/theme/theme1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2280</TotalTime>
  <Words>2122</Words>
  <Application>Microsoft Office PowerPoint</Application>
  <PresentationFormat>Widescreen</PresentationFormat>
  <Paragraphs>256</Paragraphs>
  <Slides>57</Slides>
  <Notes>23</Notes>
  <HiddenSlides>0</HiddenSlides>
  <MMClips>0</MMClips>
  <ScaleCrop>false</ScaleCrop>
  <HeadingPairs>
    <vt:vector size="6" baseType="variant">
      <vt:variant>
        <vt:lpstr>Fonts Used</vt:lpstr>
      </vt:variant>
      <vt:variant>
        <vt:i4>15</vt:i4>
      </vt:variant>
      <vt:variant>
        <vt:lpstr>Theme</vt:lpstr>
      </vt:variant>
      <vt:variant>
        <vt:i4>12</vt:i4>
      </vt:variant>
      <vt:variant>
        <vt:lpstr>Slide Titles</vt:lpstr>
      </vt:variant>
      <vt:variant>
        <vt:i4>57</vt:i4>
      </vt:variant>
    </vt:vector>
  </HeadingPairs>
  <TitlesOfParts>
    <vt:vector size="84" baseType="lpstr">
      <vt:lpstr>Meiryo</vt:lpstr>
      <vt:lpstr>Amasis MT Pro Black</vt:lpstr>
      <vt:lpstr>Aptos</vt:lpstr>
      <vt:lpstr>Aptos Display</vt:lpstr>
      <vt:lpstr>Arial</vt:lpstr>
      <vt:lpstr>Avenir Next LT Pro Light</vt:lpstr>
      <vt:lpstr>Bierstadt</vt:lpstr>
      <vt:lpstr>Calibri</vt:lpstr>
      <vt:lpstr>Calibri Light</vt:lpstr>
      <vt:lpstr>Courier New</vt:lpstr>
      <vt:lpstr>Gill Sans MT</vt:lpstr>
      <vt:lpstr>Gill Sans Ultra Bold</vt:lpstr>
      <vt:lpstr>Posterama</vt:lpstr>
      <vt:lpstr>Verdana</vt:lpstr>
      <vt:lpstr>Wingdings</vt:lpstr>
      <vt:lpstr>GestaltVTI</vt:lpstr>
      <vt:lpstr>5_Office Theme</vt:lpstr>
      <vt:lpstr>Parcel</vt:lpstr>
      <vt:lpstr>3_Office Theme</vt:lpstr>
      <vt:lpstr>3_Retrospect</vt:lpstr>
      <vt:lpstr>1_Metropolitan</vt:lpstr>
      <vt:lpstr>1_Office Theme</vt:lpstr>
      <vt:lpstr>4_Office Theme</vt:lpstr>
      <vt:lpstr>circles</vt:lpstr>
      <vt:lpstr>6_Office Theme</vt:lpstr>
      <vt:lpstr>7_Office Theme</vt:lpstr>
      <vt:lpstr>2_Office Theme</vt:lpstr>
      <vt:lpstr>V450: Project Management &amp; Implementation </vt:lpstr>
      <vt:lpstr>15 minutes too short, even with team break-outs.</vt:lpstr>
      <vt:lpstr>Warm-Up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My pod!! </vt:lpstr>
      <vt:lpstr>Meet Your Pod Your name, major and a food you will never eat again.  Are you an introvert or an extrovert? What wrong assumptions do people make about you?  Why you picked your topic.    Exchange emails and preferred meeting times</vt:lpstr>
      <vt:lpstr>PowerPoint Presentation</vt:lpstr>
      <vt:lpstr>PowerPoint Presentation</vt:lpstr>
      <vt:lpstr>PowerPoint Presentation</vt:lpstr>
      <vt:lpstr>PowerPoint Presentation</vt:lpstr>
      <vt:lpstr>Big 5  Pre-Questions</vt:lpstr>
      <vt:lpstr>PowerPoint Presentation</vt:lpstr>
      <vt:lpstr>What questions would pop into your mind after being given a big project?  </vt:lpstr>
      <vt:lpstr>PowerPoint Presentation</vt:lpstr>
      <vt:lpstr>Big 5 Pre-Questions</vt:lpstr>
      <vt:lpstr>Why is it important to study previous plans?  Will reading previous plans be enough to prepare you?  </vt:lpstr>
      <vt:lpstr>PowerPoint Presentation</vt:lpstr>
      <vt:lpstr>Q1: What’s our history of project planning? </vt:lpstr>
      <vt:lpstr>For a team that hasn’t worked together, why is the boss’ suggestion that team members “work out leadership roles among themselves” be problematic?  </vt:lpstr>
      <vt:lpstr>PowerPoint Presentation</vt:lpstr>
      <vt:lpstr>Q2: What’s Your Role? </vt:lpstr>
      <vt:lpstr>Q2: What’s Your Role? </vt:lpstr>
      <vt:lpstr>PowerPoint Presentation</vt:lpstr>
      <vt:lpstr>PowerPoint Presentation</vt:lpstr>
      <vt:lpstr>PowerPoint Presentation</vt:lpstr>
      <vt:lpstr>Q3: How Much  Juice Do You Have?</vt:lpstr>
      <vt:lpstr>Q3: How Much  Juice Do You Have?</vt:lpstr>
      <vt:lpstr>PowerPoint Presentation</vt:lpstr>
      <vt:lpstr>Q4: Who is Your Patron?</vt:lpstr>
      <vt:lpstr>Q4: Who is Your Patron?</vt:lpstr>
      <vt:lpstr>Q4: Who is Your Patron?</vt:lpstr>
      <vt:lpstr>Q4: Who is Your Patron?</vt:lpstr>
      <vt:lpstr>Q5: What Kind of Plan is it?</vt:lpstr>
      <vt:lpstr>Q5: What Kind of Plan is it?</vt:lpstr>
      <vt:lpstr>Q5: What Kind of Plan is it?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Burgins, Robert Scott</dc:creator>
  <cp:lastModifiedBy>Burgins, Robert Scott</cp:lastModifiedBy>
  <cp:revision>33</cp:revision>
  <dcterms:created xsi:type="dcterms:W3CDTF">2025-07-21T16:13:04Z</dcterms:created>
  <dcterms:modified xsi:type="dcterms:W3CDTF">2025-09-28T18:54:47Z</dcterms:modified>
</cp:coreProperties>
</file>